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6"/>
  </p:notesMasterIdLst>
  <p:handoutMasterIdLst>
    <p:handoutMasterId r:id="rId27"/>
  </p:handoutMasterIdLst>
  <p:sldIdLst>
    <p:sldId id="410" r:id="rId5"/>
    <p:sldId id="423" r:id="rId6"/>
    <p:sldId id="425" r:id="rId7"/>
    <p:sldId id="424" r:id="rId8"/>
    <p:sldId id="383" r:id="rId9"/>
    <p:sldId id="426" r:id="rId10"/>
    <p:sldId id="391" r:id="rId11"/>
    <p:sldId id="430" r:id="rId12"/>
    <p:sldId id="427" r:id="rId13"/>
    <p:sldId id="428" r:id="rId14"/>
    <p:sldId id="411" r:id="rId15"/>
    <p:sldId id="412" r:id="rId16"/>
    <p:sldId id="413" r:id="rId17"/>
    <p:sldId id="414" r:id="rId18"/>
    <p:sldId id="415" r:id="rId19"/>
    <p:sldId id="416" r:id="rId20"/>
    <p:sldId id="417" r:id="rId21"/>
    <p:sldId id="418" r:id="rId22"/>
    <p:sldId id="422" r:id="rId23"/>
    <p:sldId id="443" r:id="rId24"/>
    <p:sldId id="398" r:id="rId2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Franklin Gothic Book" panose="020B05030201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Franklin Gothic Book" panose="020B05030201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Franklin Gothic Book" panose="020B05030201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Franklin Gothic Book" panose="020B05030201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Franklin Gothic Book" panose="020B0503020102020204" pitchFamily="34" charset="0"/>
        <a:ea typeface="+mn-ea"/>
        <a:cs typeface="+mn-cs"/>
      </a:defRPr>
    </a:lvl5pPr>
    <a:lvl6pPr marL="2286000" algn="l" defTabSz="914400" rtl="0" eaLnBrk="1" latinLnBrk="0" hangingPunct="1">
      <a:defRPr kern="1200">
        <a:solidFill>
          <a:schemeClr val="tx1"/>
        </a:solidFill>
        <a:latin typeface="Franklin Gothic Book" panose="020B0503020102020204" pitchFamily="34" charset="0"/>
        <a:ea typeface="+mn-ea"/>
        <a:cs typeface="+mn-cs"/>
      </a:defRPr>
    </a:lvl6pPr>
    <a:lvl7pPr marL="2743200" algn="l" defTabSz="914400" rtl="0" eaLnBrk="1" latinLnBrk="0" hangingPunct="1">
      <a:defRPr kern="1200">
        <a:solidFill>
          <a:schemeClr val="tx1"/>
        </a:solidFill>
        <a:latin typeface="Franklin Gothic Book" panose="020B0503020102020204" pitchFamily="34" charset="0"/>
        <a:ea typeface="+mn-ea"/>
        <a:cs typeface="+mn-cs"/>
      </a:defRPr>
    </a:lvl7pPr>
    <a:lvl8pPr marL="3200400" algn="l" defTabSz="914400" rtl="0" eaLnBrk="1" latinLnBrk="0" hangingPunct="1">
      <a:defRPr kern="1200">
        <a:solidFill>
          <a:schemeClr val="tx1"/>
        </a:solidFill>
        <a:latin typeface="Franklin Gothic Book" panose="020B0503020102020204" pitchFamily="34" charset="0"/>
        <a:ea typeface="+mn-ea"/>
        <a:cs typeface="+mn-cs"/>
      </a:defRPr>
    </a:lvl8pPr>
    <a:lvl9pPr marL="3657600" algn="l" defTabSz="914400" rtl="0" eaLnBrk="1" latinLnBrk="0" hangingPunct="1">
      <a:defRPr kern="1200">
        <a:solidFill>
          <a:schemeClr val="tx1"/>
        </a:solidFill>
        <a:latin typeface="Franklin Gothic Book" panose="020B050302010202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4643" autoAdjust="0"/>
  </p:normalViewPr>
  <p:slideViewPr>
    <p:cSldViewPr snapToGrid="0">
      <p:cViewPr varScale="1">
        <p:scale>
          <a:sx n="63" d="100"/>
          <a:sy n="63" d="100"/>
        </p:scale>
        <p:origin x="1020"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189EAA-0BF0-4339-A97E-770515ECA621}" type="doc">
      <dgm:prSet loTypeId="urn:microsoft.com/office/officeart/2018/2/layout/IconLabelList#1" loCatId="icon" qsTypeId="urn:microsoft.com/office/officeart/2005/8/quickstyle/simple1" qsCatId="simple" csTypeId="urn:microsoft.com/office/officeart/2005/8/colors/accent2_2" csCatId="accent2" phldr="1"/>
      <dgm:spPr/>
      <dgm:t>
        <a:bodyPr/>
        <a:lstStyle/>
        <a:p>
          <a:endParaRPr lang="en-US"/>
        </a:p>
      </dgm:t>
    </dgm:pt>
    <dgm:pt modelId="{26F7DF57-E380-44CB-B5A6-E26E6E26F96C}">
      <dgm:prSet/>
      <dgm:spPr/>
      <dgm:t>
        <a:bodyPr/>
        <a:lstStyle/>
        <a:p>
          <a:r>
            <a:rPr lang="en-US"/>
            <a:t>By:</a:t>
          </a:r>
        </a:p>
      </dgm:t>
    </dgm:pt>
    <dgm:pt modelId="{29EB2BD6-3998-4DF5-94A3-D051D68BFB2D}" type="parTrans" cxnId="{4EC29F1B-84B8-4939-BAD2-4C508140FC09}">
      <dgm:prSet/>
      <dgm:spPr/>
      <dgm:t>
        <a:bodyPr/>
        <a:lstStyle/>
        <a:p>
          <a:endParaRPr lang="en-US"/>
        </a:p>
      </dgm:t>
    </dgm:pt>
    <dgm:pt modelId="{5D8426E4-085E-4087-81CF-A5E001D994ED}" type="sibTrans" cxnId="{4EC29F1B-84B8-4939-BAD2-4C508140FC09}">
      <dgm:prSet/>
      <dgm:spPr/>
      <dgm:t>
        <a:bodyPr/>
        <a:lstStyle/>
        <a:p>
          <a:endParaRPr lang="en-US"/>
        </a:p>
      </dgm:t>
    </dgm:pt>
    <dgm:pt modelId="{FFDD9B36-1EAC-4842-8FA6-7C6C03F43DEB}">
      <dgm:prSet/>
      <dgm:spPr/>
      <dgm:t>
        <a:bodyPr/>
        <a:lstStyle/>
        <a:p>
          <a:r>
            <a:rPr lang="en-US"/>
            <a:t>Bibi Amna</a:t>
          </a:r>
        </a:p>
      </dgm:t>
    </dgm:pt>
    <dgm:pt modelId="{B01C39F3-8871-4D6B-A0E2-6B3A43E0DC1E}" type="parTrans" cxnId="{593BB312-63F3-4949-ADC5-B565F9D34F38}">
      <dgm:prSet/>
      <dgm:spPr/>
      <dgm:t>
        <a:bodyPr/>
        <a:lstStyle/>
        <a:p>
          <a:endParaRPr lang="en-US"/>
        </a:p>
      </dgm:t>
    </dgm:pt>
    <dgm:pt modelId="{CA07E325-7837-4ABD-9A20-A0B079B6E1A6}" type="sibTrans" cxnId="{593BB312-63F3-4949-ADC5-B565F9D34F38}">
      <dgm:prSet/>
      <dgm:spPr/>
      <dgm:t>
        <a:bodyPr/>
        <a:lstStyle/>
        <a:p>
          <a:endParaRPr lang="en-US"/>
        </a:p>
      </dgm:t>
    </dgm:pt>
    <dgm:pt modelId="{9BEB5D5E-16A4-4882-B68E-A54A571CB875}">
      <dgm:prSet/>
      <dgm:spPr/>
      <dgm:t>
        <a:bodyPr/>
        <a:lstStyle/>
        <a:p>
          <a:r>
            <a:rPr lang="en-US"/>
            <a:t>Bahria University, Islamabad</a:t>
          </a:r>
        </a:p>
      </dgm:t>
    </dgm:pt>
    <dgm:pt modelId="{C43B1EC1-95E4-4B42-B1DC-58D2552BB7CD}" type="parTrans" cxnId="{ABE64D28-5635-421F-A07E-DCC717606FF8}">
      <dgm:prSet/>
      <dgm:spPr/>
      <dgm:t>
        <a:bodyPr/>
        <a:lstStyle/>
        <a:p>
          <a:endParaRPr lang="en-US"/>
        </a:p>
      </dgm:t>
    </dgm:pt>
    <dgm:pt modelId="{BEBB30B3-C401-41AE-AAF5-DE5BBC58AFA6}" type="sibTrans" cxnId="{ABE64D28-5635-421F-A07E-DCC717606FF8}">
      <dgm:prSet/>
      <dgm:spPr/>
      <dgm:t>
        <a:bodyPr/>
        <a:lstStyle/>
        <a:p>
          <a:endParaRPr lang="en-US"/>
        </a:p>
      </dgm:t>
    </dgm:pt>
    <dgm:pt modelId="{3C81DAEB-4265-42FE-80E9-C8F71F45A05C}" type="pres">
      <dgm:prSet presAssocID="{E9189EAA-0BF0-4339-A97E-770515ECA621}" presName="root" presStyleCnt="0">
        <dgm:presLayoutVars>
          <dgm:dir/>
          <dgm:resizeHandles val="exact"/>
        </dgm:presLayoutVars>
      </dgm:prSet>
      <dgm:spPr/>
      <dgm:t>
        <a:bodyPr/>
        <a:lstStyle/>
        <a:p>
          <a:endParaRPr lang="en-US"/>
        </a:p>
      </dgm:t>
    </dgm:pt>
    <dgm:pt modelId="{D91C3E84-9783-459B-8724-8F76A65AB94A}" type="pres">
      <dgm:prSet presAssocID="{26F7DF57-E380-44CB-B5A6-E26E6E26F96C}" presName="compNode" presStyleCnt="0"/>
      <dgm:spPr/>
    </dgm:pt>
    <dgm:pt modelId="{08F820D0-682D-44BA-9541-28E96724C658}" type="pres">
      <dgm:prSet presAssocID="{26F7DF57-E380-44CB-B5A6-E26E6E26F96C}" presName="iconRect" presStyleLbl="node1" presStyleIdx="0" presStyleCnt="3"/>
      <dgm:spPr>
        <a:blipFill>
          <a:blip xmlns:r="http://schemas.openxmlformats.org/officeDocument/2006/relationships" r:embed="rId1" cstate="hqprint">
            <a:extLst>
              <a:ext uri="{28A0092B-C50C-407E-A947-70E740481C1C}">
                <a14:useLocalDpi xmlns:a14="http://schemas.microsoft.com/office/drawing/2010/main" val="0"/>
              </a:ext>
            </a:extLst>
          </a:blip>
          <a:stretch>
            <a:fillRect/>
          </a:stretch>
        </a:blipFill>
        <a:ln>
          <a:noFill/>
        </a:ln>
      </dgm:spPr>
      <dgm:t>
        <a:bodyPr/>
        <a:lstStyle/>
        <a:p>
          <a:endParaRPr lang="en-US"/>
        </a:p>
      </dgm:t>
      <dgm:extLst>
        <a:ext uri="{E40237B7-FDA0-4F09-8148-C483321AD2D9}">
          <dgm14:cNvPr xmlns:dgm14="http://schemas.microsoft.com/office/drawing/2010/diagram" id="0" name="" descr="Add"/>
        </a:ext>
      </dgm:extLst>
    </dgm:pt>
    <dgm:pt modelId="{7FB82C20-1736-407E-AD70-F37641BEA03D}" type="pres">
      <dgm:prSet presAssocID="{26F7DF57-E380-44CB-B5A6-E26E6E26F96C}" presName="spaceRect" presStyleCnt="0"/>
      <dgm:spPr/>
    </dgm:pt>
    <dgm:pt modelId="{1E2033B0-D249-4AD4-90E1-431E7449994C}" type="pres">
      <dgm:prSet presAssocID="{26F7DF57-E380-44CB-B5A6-E26E6E26F96C}" presName="textRect" presStyleLbl="revTx" presStyleIdx="0" presStyleCnt="3">
        <dgm:presLayoutVars>
          <dgm:chMax val="1"/>
          <dgm:chPref val="1"/>
        </dgm:presLayoutVars>
      </dgm:prSet>
      <dgm:spPr/>
      <dgm:t>
        <a:bodyPr/>
        <a:lstStyle/>
        <a:p>
          <a:endParaRPr lang="en-US"/>
        </a:p>
      </dgm:t>
    </dgm:pt>
    <dgm:pt modelId="{206E1C87-C275-4300-B03B-5E89C1B4B519}" type="pres">
      <dgm:prSet presAssocID="{5D8426E4-085E-4087-81CF-A5E001D994ED}" presName="sibTrans" presStyleCnt="0"/>
      <dgm:spPr/>
    </dgm:pt>
    <dgm:pt modelId="{C12113A9-3812-481E-87B7-8D5695BF8084}" type="pres">
      <dgm:prSet presAssocID="{FFDD9B36-1EAC-4842-8FA6-7C6C03F43DEB}" presName="compNode" presStyleCnt="0"/>
      <dgm:spPr/>
    </dgm:pt>
    <dgm:pt modelId="{5FCC9DAF-2F49-4F78-91E7-746FB30695FD}" type="pres">
      <dgm:prSet presAssocID="{FFDD9B36-1EAC-4842-8FA6-7C6C03F43DEB}" presName="iconRect"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tretch>
            <a:fillRect/>
          </a:stretch>
        </a:blipFill>
        <a:ln>
          <a:noFill/>
        </a:ln>
      </dgm:spPr>
      <dgm:t>
        <a:bodyPr/>
        <a:lstStyle/>
        <a:p>
          <a:endParaRPr lang="en-US"/>
        </a:p>
      </dgm:t>
      <dgm:extLst>
        <a:ext uri="{E40237B7-FDA0-4F09-8148-C483321AD2D9}">
          <dgm14:cNvPr xmlns:dgm14="http://schemas.microsoft.com/office/drawing/2010/diagram" id="0" name="" descr="Checkmark"/>
        </a:ext>
      </dgm:extLst>
    </dgm:pt>
    <dgm:pt modelId="{D64A218D-629F-4AB1-8C45-DE3076770111}" type="pres">
      <dgm:prSet presAssocID="{FFDD9B36-1EAC-4842-8FA6-7C6C03F43DEB}" presName="spaceRect" presStyleCnt="0"/>
      <dgm:spPr/>
    </dgm:pt>
    <dgm:pt modelId="{E8F59E4F-C2D6-4875-BE28-6E2656C837F7}" type="pres">
      <dgm:prSet presAssocID="{FFDD9B36-1EAC-4842-8FA6-7C6C03F43DEB}" presName="textRect" presStyleLbl="revTx" presStyleIdx="1" presStyleCnt="3">
        <dgm:presLayoutVars>
          <dgm:chMax val="1"/>
          <dgm:chPref val="1"/>
        </dgm:presLayoutVars>
      </dgm:prSet>
      <dgm:spPr/>
      <dgm:t>
        <a:bodyPr/>
        <a:lstStyle/>
        <a:p>
          <a:endParaRPr lang="en-US"/>
        </a:p>
      </dgm:t>
    </dgm:pt>
    <dgm:pt modelId="{5FA65FDB-1BE9-4C68-A1E9-0AF746581B95}" type="pres">
      <dgm:prSet presAssocID="{CA07E325-7837-4ABD-9A20-A0B079B6E1A6}" presName="sibTrans" presStyleCnt="0"/>
      <dgm:spPr/>
    </dgm:pt>
    <dgm:pt modelId="{89C6EFA1-B21D-45DB-B030-70DE6B8BC713}" type="pres">
      <dgm:prSet presAssocID="{9BEB5D5E-16A4-4882-B68E-A54A571CB875}" presName="compNode" presStyleCnt="0"/>
      <dgm:spPr/>
    </dgm:pt>
    <dgm:pt modelId="{FB181848-F102-42E2-8F47-BB9B126B964D}" type="pres">
      <dgm:prSet presAssocID="{9BEB5D5E-16A4-4882-B68E-A54A571CB875}" presName="iconRect"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tretch>
            <a:fillRect/>
          </a:stretch>
        </a:blipFill>
        <a:ln>
          <a:noFill/>
        </a:ln>
      </dgm:spPr>
      <dgm:t>
        <a:bodyPr/>
        <a:lstStyle/>
        <a:p>
          <a:endParaRPr lang="en-US"/>
        </a:p>
      </dgm:t>
      <dgm:extLst>
        <a:ext uri="{E40237B7-FDA0-4F09-8148-C483321AD2D9}">
          <dgm14:cNvPr xmlns:dgm14="http://schemas.microsoft.com/office/drawing/2010/diagram" id="0" name="" descr="Cloud"/>
        </a:ext>
      </dgm:extLst>
    </dgm:pt>
    <dgm:pt modelId="{65FDE161-2FC8-40E7-9C10-F07593946912}" type="pres">
      <dgm:prSet presAssocID="{9BEB5D5E-16A4-4882-B68E-A54A571CB875}" presName="spaceRect" presStyleCnt="0"/>
      <dgm:spPr/>
    </dgm:pt>
    <dgm:pt modelId="{3C246099-D8C6-4244-ABE4-4A2DEFDCE607}" type="pres">
      <dgm:prSet presAssocID="{9BEB5D5E-16A4-4882-B68E-A54A571CB875}" presName="textRect" presStyleLbl="revTx" presStyleIdx="2" presStyleCnt="3">
        <dgm:presLayoutVars>
          <dgm:chMax val="1"/>
          <dgm:chPref val="1"/>
        </dgm:presLayoutVars>
      </dgm:prSet>
      <dgm:spPr/>
      <dgm:t>
        <a:bodyPr/>
        <a:lstStyle/>
        <a:p>
          <a:endParaRPr lang="en-US"/>
        </a:p>
      </dgm:t>
    </dgm:pt>
  </dgm:ptLst>
  <dgm:cxnLst>
    <dgm:cxn modelId="{593BB312-63F3-4949-ADC5-B565F9D34F38}" srcId="{E9189EAA-0BF0-4339-A97E-770515ECA621}" destId="{FFDD9B36-1EAC-4842-8FA6-7C6C03F43DEB}" srcOrd="1" destOrd="0" parTransId="{B01C39F3-8871-4D6B-A0E2-6B3A43E0DC1E}" sibTransId="{CA07E325-7837-4ABD-9A20-A0B079B6E1A6}"/>
    <dgm:cxn modelId="{ADC36A8A-B10C-491B-98C0-868F64225A5B}" type="presOf" srcId="{9BEB5D5E-16A4-4882-B68E-A54A571CB875}" destId="{3C246099-D8C6-4244-ABE4-4A2DEFDCE607}" srcOrd="0" destOrd="0" presId="urn:microsoft.com/office/officeart/2018/2/layout/IconLabelList#1"/>
    <dgm:cxn modelId="{595D9A3C-AFFE-4B39-B890-B5671A29DC96}" type="presOf" srcId="{FFDD9B36-1EAC-4842-8FA6-7C6C03F43DEB}" destId="{E8F59E4F-C2D6-4875-BE28-6E2656C837F7}" srcOrd="0" destOrd="0" presId="urn:microsoft.com/office/officeart/2018/2/layout/IconLabelList#1"/>
    <dgm:cxn modelId="{62F4A6A0-33AA-468C-93DD-9D8AD062EEC6}" type="presOf" srcId="{26F7DF57-E380-44CB-B5A6-E26E6E26F96C}" destId="{1E2033B0-D249-4AD4-90E1-431E7449994C}" srcOrd="0" destOrd="0" presId="urn:microsoft.com/office/officeart/2018/2/layout/IconLabelList#1"/>
    <dgm:cxn modelId="{6A50DB88-181C-45EA-BF9B-2CCCE2555D5D}" type="presOf" srcId="{E9189EAA-0BF0-4339-A97E-770515ECA621}" destId="{3C81DAEB-4265-42FE-80E9-C8F71F45A05C}" srcOrd="0" destOrd="0" presId="urn:microsoft.com/office/officeart/2018/2/layout/IconLabelList#1"/>
    <dgm:cxn modelId="{4EC29F1B-84B8-4939-BAD2-4C508140FC09}" srcId="{E9189EAA-0BF0-4339-A97E-770515ECA621}" destId="{26F7DF57-E380-44CB-B5A6-E26E6E26F96C}" srcOrd="0" destOrd="0" parTransId="{29EB2BD6-3998-4DF5-94A3-D051D68BFB2D}" sibTransId="{5D8426E4-085E-4087-81CF-A5E001D994ED}"/>
    <dgm:cxn modelId="{ABE64D28-5635-421F-A07E-DCC717606FF8}" srcId="{E9189EAA-0BF0-4339-A97E-770515ECA621}" destId="{9BEB5D5E-16A4-4882-B68E-A54A571CB875}" srcOrd="2" destOrd="0" parTransId="{C43B1EC1-95E4-4B42-B1DC-58D2552BB7CD}" sibTransId="{BEBB30B3-C401-41AE-AAF5-DE5BBC58AFA6}"/>
    <dgm:cxn modelId="{BB959DD6-EF76-4897-95E7-B537C504E0C0}" type="presParOf" srcId="{3C81DAEB-4265-42FE-80E9-C8F71F45A05C}" destId="{D91C3E84-9783-459B-8724-8F76A65AB94A}" srcOrd="0" destOrd="0" presId="urn:microsoft.com/office/officeart/2018/2/layout/IconLabelList#1"/>
    <dgm:cxn modelId="{54738C0D-EBDE-4717-B109-AC9794CAC1E2}" type="presParOf" srcId="{D91C3E84-9783-459B-8724-8F76A65AB94A}" destId="{08F820D0-682D-44BA-9541-28E96724C658}" srcOrd="0" destOrd="0" presId="urn:microsoft.com/office/officeart/2018/2/layout/IconLabelList#1"/>
    <dgm:cxn modelId="{37F62036-C2F2-4D9A-974D-FB456F9AFFD2}" type="presParOf" srcId="{D91C3E84-9783-459B-8724-8F76A65AB94A}" destId="{7FB82C20-1736-407E-AD70-F37641BEA03D}" srcOrd="1" destOrd="0" presId="urn:microsoft.com/office/officeart/2018/2/layout/IconLabelList#1"/>
    <dgm:cxn modelId="{5D31A39D-4145-4B42-AB1A-D4210C488A18}" type="presParOf" srcId="{D91C3E84-9783-459B-8724-8F76A65AB94A}" destId="{1E2033B0-D249-4AD4-90E1-431E7449994C}" srcOrd="2" destOrd="0" presId="urn:microsoft.com/office/officeart/2018/2/layout/IconLabelList#1"/>
    <dgm:cxn modelId="{DEA5D298-02F7-4686-B721-8423CB89FD96}" type="presParOf" srcId="{3C81DAEB-4265-42FE-80E9-C8F71F45A05C}" destId="{206E1C87-C275-4300-B03B-5E89C1B4B519}" srcOrd="1" destOrd="0" presId="urn:microsoft.com/office/officeart/2018/2/layout/IconLabelList#1"/>
    <dgm:cxn modelId="{00152B26-FFE3-4796-8464-00A911C14573}" type="presParOf" srcId="{3C81DAEB-4265-42FE-80E9-C8F71F45A05C}" destId="{C12113A9-3812-481E-87B7-8D5695BF8084}" srcOrd="2" destOrd="0" presId="urn:microsoft.com/office/officeart/2018/2/layout/IconLabelList#1"/>
    <dgm:cxn modelId="{4138F1D3-5979-4B68-AC2C-F5E01969B34B}" type="presParOf" srcId="{C12113A9-3812-481E-87B7-8D5695BF8084}" destId="{5FCC9DAF-2F49-4F78-91E7-746FB30695FD}" srcOrd="0" destOrd="0" presId="urn:microsoft.com/office/officeart/2018/2/layout/IconLabelList#1"/>
    <dgm:cxn modelId="{6ACAA407-51F1-41AF-81EE-5F6A8C820DC3}" type="presParOf" srcId="{C12113A9-3812-481E-87B7-8D5695BF8084}" destId="{D64A218D-629F-4AB1-8C45-DE3076770111}" srcOrd="1" destOrd="0" presId="urn:microsoft.com/office/officeart/2018/2/layout/IconLabelList#1"/>
    <dgm:cxn modelId="{563483CA-2B39-4FD7-9A45-702550DC537E}" type="presParOf" srcId="{C12113A9-3812-481E-87B7-8D5695BF8084}" destId="{E8F59E4F-C2D6-4875-BE28-6E2656C837F7}" srcOrd="2" destOrd="0" presId="urn:microsoft.com/office/officeart/2018/2/layout/IconLabelList#1"/>
    <dgm:cxn modelId="{152F4144-567D-4488-AFA6-F4A4E2321B80}" type="presParOf" srcId="{3C81DAEB-4265-42FE-80E9-C8F71F45A05C}" destId="{5FA65FDB-1BE9-4C68-A1E9-0AF746581B95}" srcOrd="3" destOrd="0" presId="urn:microsoft.com/office/officeart/2018/2/layout/IconLabelList#1"/>
    <dgm:cxn modelId="{B216742B-93E4-4566-888E-C669076FFB41}" type="presParOf" srcId="{3C81DAEB-4265-42FE-80E9-C8F71F45A05C}" destId="{89C6EFA1-B21D-45DB-B030-70DE6B8BC713}" srcOrd="4" destOrd="0" presId="urn:microsoft.com/office/officeart/2018/2/layout/IconLabelList#1"/>
    <dgm:cxn modelId="{94FB9192-CA2D-45A7-AF1D-E291FDD1533C}" type="presParOf" srcId="{89C6EFA1-B21D-45DB-B030-70DE6B8BC713}" destId="{FB181848-F102-42E2-8F47-BB9B126B964D}" srcOrd="0" destOrd="0" presId="urn:microsoft.com/office/officeart/2018/2/layout/IconLabelList#1"/>
    <dgm:cxn modelId="{BD543B86-EA0B-4767-80A9-7C974E696279}" type="presParOf" srcId="{89C6EFA1-B21D-45DB-B030-70DE6B8BC713}" destId="{65FDE161-2FC8-40E7-9C10-F07593946912}" srcOrd="1" destOrd="0" presId="urn:microsoft.com/office/officeart/2018/2/layout/IconLabelList#1"/>
    <dgm:cxn modelId="{81249607-0F9D-4E15-93B8-BFFD6B45368B}" type="presParOf" srcId="{89C6EFA1-B21D-45DB-B030-70DE6B8BC713}" destId="{3C246099-D8C6-4244-ABE4-4A2DEFDCE607}" srcOrd="2" destOrd="0" presId="urn:microsoft.com/office/officeart/2018/2/layout/IconLabel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DC3D3E5-FCFB-4A51-B6F2-2021DE3AFEA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PK"/>
        </a:p>
      </dgm:t>
    </dgm:pt>
    <dgm:pt modelId="{28617474-FB42-4AB5-9C55-BF4C9439BEE8}">
      <dgm:prSet phldrT="[Text]" custT="1"/>
      <dgm:spPr/>
      <dgm:t>
        <a:bodyPr/>
        <a:lstStyle/>
        <a:p>
          <a:pPr>
            <a:buFont typeface="Arial" panose="020B0604020202020204" pitchFamily="34" charset="0"/>
            <a:buNone/>
          </a:pPr>
          <a:r>
            <a:rPr lang="en-US" sz="2000" dirty="0" smtClean="0">
              <a:solidFill>
                <a:schemeClr val="bg1"/>
              </a:solidFill>
            </a:rPr>
            <a:t>Focus </a:t>
          </a:r>
          <a:r>
            <a:rPr lang="en-US" sz="2000" dirty="0">
              <a:solidFill>
                <a:schemeClr val="bg1"/>
              </a:solidFill>
            </a:rPr>
            <a:t>is on identifying flaws in process</a:t>
          </a:r>
          <a:endParaRPr lang="en-PK" sz="2000" dirty="0"/>
        </a:p>
      </dgm:t>
    </dgm:pt>
    <dgm:pt modelId="{5D1109EA-C190-49F2-BECB-1164CE680856}" type="parTrans" cxnId="{B945058A-3F9D-4F33-9336-708A442022FE}">
      <dgm:prSet/>
      <dgm:spPr/>
      <dgm:t>
        <a:bodyPr/>
        <a:lstStyle/>
        <a:p>
          <a:endParaRPr lang="en-PK"/>
        </a:p>
      </dgm:t>
    </dgm:pt>
    <dgm:pt modelId="{D8F2C1EF-2952-468B-B186-9507C8E23017}" type="sibTrans" cxnId="{B945058A-3F9D-4F33-9336-708A442022FE}">
      <dgm:prSet/>
      <dgm:spPr/>
      <dgm:t>
        <a:bodyPr/>
        <a:lstStyle/>
        <a:p>
          <a:endParaRPr lang="en-PK"/>
        </a:p>
      </dgm:t>
    </dgm:pt>
    <dgm:pt modelId="{FF82DE5C-0A8D-457E-AA96-CE9BB8C738BB}">
      <dgm:prSet phldrT="[Text]"/>
      <dgm:spPr/>
      <dgm:t>
        <a:bodyPr/>
        <a:lstStyle/>
        <a:p>
          <a:pPr>
            <a:buFont typeface="Arial" panose="020B0604020202020204" pitchFamily="34" charset="0"/>
            <a:buNone/>
          </a:pPr>
          <a:endParaRPr lang="en-PK" dirty="0"/>
        </a:p>
      </dgm:t>
    </dgm:pt>
    <dgm:pt modelId="{9DD94F4D-694F-418A-AFFF-21E38EDE1DD9}" type="parTrans" cxnId="{0DA05DE6-4D38-493B-BEA3-E3D97E4AC716}">
      <dgm:prSet/>
      <dgm:spPr/>
      <dgm:t>
        <a:bodyPr/>
        <a:lstStyle/>
        <a:p>
          <a:endParaRPr lang="en-PK"/>
        </a:p>
      </dgm:t>
    </dgm:pt>
    <dgm:pt modelId="{FF04D0BE-DFB6-48D1-92C2-D9C9CED2F82E}" type="sibTrans" cxnId="{0DA05DE6-4D38-493B-BEA3-E3D97E4AC716}">
      <dgm:prSet/>
      <dgm:spPr/>
      <dgm:t>
        <a:bodyPr/>
        <a:lstStyle/>
        <a:p>
          <a:endParaRPr lang="en-PK"/>
        </a:p>
      </dgm:t>
    </dgm:pt>
    <dgm:pt modelId="{194EE2FB-E37A-43F0-890C-0B219FE543F1}">
      <dgm:prSet custT="1"/>
      <dgm:spPr/>
      <dgm:t>
        <a:bodyPr/>
        <a:lstStyle/>
        <a:p>
          <a:r>
            <a:rPr lang="en-US" sz="2000" dirty="0">
              <a:solidFill>
                <a:schemeClr val="bg1"/>
              </a:solidFill>
            </a:rPr>
            <a:t>QA is proactive or preventive in nature</a:t>
          </a:r>
          <a:endParaRPr lang="en-PK" sz="2000" dirty="0"/>
        </a:p>
      </dgm:t>
    </dgm:pt>
    <dgm:pt modelId="{D9ED579E-0142-497F-AA0D-89B6426D554A}" type="parTrans" cxnId="{E555E32B-B140-4B51-B1DF-87965C770860}">
      <dgm:prSet/>
      <dgm:spPr/>
      <dgm:t>
        <a:bodyPr/>
        <a:lstStyle/>
        <a:p>
          <a:endParaRPr lang="en-PK"/>
        </a:p>
      </dgm:t>
    </dgm:pt>
    <dgm:pt modelId="{C33DD5CD-4A48-48D0-8495-521C307E6A86}" type="sibTrans" cxnId="{E555E32B-B140-4B51-B1DF-87965C770860}">
      <dgm:prSet/>
      <dgm:spPr/>
      <dgm:t>
        <a:bodyPr/>
        <a:lstStyle/>
        <a:p>
          <a:endParaRPr lang="en-PK"/>
        </a:p>
      </dgm:t>
    </dgm:pt>
    <dgm:pt modelId="{4B149254-920D-479B-8C79-B8C709AA97A4}">
      <dgm:prSet/>
      <dgm:spPr/>
      <dgm:t>
        <a:bodyPr/>
        <a:lstStyle/>
        <a:p>
          <a:r>
            <a:rPr lang="en-US" dirty="0">
              <a:solidFill>
                <a:schemeClr val="bg1"/>
              </a:solidFill>
            </a:rPr>
            <a:t>Quality assurance is a proactive process that focuses on defect prevention by progressively refining manufacturing processes, </a:t>
          </a:r>
          <a:r>
            <a:rPr lang="en-US" dirty="0" smtClean="0">
              <a:solidFill>
                <a:schemeClr val="bg1"/>
              </a:solidFill>
            </a:rPr>
            <a:t>policies</a:t>
          </a:r>
          <a:endParaRPr lang="en-PK" dirty="0"/>
        </a:p>
      </dgm:t>
    </dgm:pt>
    <dgm:pt modelId="{7C76C413-7A1F-489D-8113-19C99AD539B0}" type="parTrans" cxnId="{EC6BCC00-B60F-4D3B-BEB5-FED46AF7D3CE}">
      <dgm:prSet/>
      <dgm:spPr/>
      <dgm:t>
        <a:bodyPr/>
        <a:lstStyle/>
        <a:p>
          <a:endParaRPr lang="en-PK"/>
        </a:p>
      </dgm:t>
    </dgm:pt>
    <dgm:pt modelId="{771A7A3F-A332-4631-83E5-DAE263FF7BDA}" type="sibTrans" cxnId="{EC6BCC00-B60F-4D3B-BEB5-FED46AF7D3CE}">
      <dgm:prSet/>
      <dgm:spPr/>
      <dgm:t>
        <a:bodyPr/>
        <a:lstStyle/>
        <a:p>
          <a:endParaRPr lang="en-PK"/>
        </a:p>
      </dgm:t>
    </dgm:pt>
    <dgm:pt modelId="{13F51E93-0262-489C-A026-93618329F3DB}">
      <dgm:prSet phldrT="[Text]" custT="1"/>
      <dgm:spPr/>
      <dgm:t>
        <a:bodyPr/>
        <a:lstStyle/>
        <a:p>
          <a:pPr>
            <a:buFont typeface="Arial" panose="020B0604020202020204" pitchFamily="34" charset="0"/>
            <a:buNone/>
          </a:pPr>
          <a:r>
            <a:rPr lang="en-US" sz="2000" dirty="0" smtClean="0">
              <a:solidFill>
                <a:schemeClr val="bg1"/>
              </a:solidFill>
            </a:rPr>
            <a:t>Ensures </a:t>
          </a:r>
          <a:r>
            <a:rPr lang="en-US" sz="2000" dirty="0">
              <a:solidFill>
                <a:schemeClr val="bg1"/>
              </a:solidFill>
            </a:rPr>
            <a:t>the approaches, techniques, methods &amp; processes designed for the projects are implemented</a:t>
          </a:r>
          <a:endParaRPr lang="en-PK" sz="2000" dirty="0"/>
        </a:p>
      </dgm:t>
    </dgm:pt>
    <dgm:pt modelId="{051F4EDE-C69A-4DD4-AC09-CACCAD79FA3A}" type="sibTrans" cxnId="{26F2F605-3A7D-4D45-BA5A-8B6D2F5EBC3B}">
      <dgm:prSet/>
      <dgm:spPr/>
      <dgm:t>
        <a:bodyPr/>
        <a:lstStyle/>
        <a:p>
          <a:endParaRPr lang="en-PK"/>
        </a:p>
      </dgm:t>
    </dgm:pt>
    <dgm:pt modelId="{3D254004-6952-4C48-B61F-9FD886340446}" type="parTrans" cxnId="{26F2F605-3A7D-4D45-BA5A-8B6D2F5EBC3B}">
      <dgm:prSet/>
      <dgm:spPr/>
      <dgm:t>
        <a:bodyPr/>
        <a:lstStyle/>
        <a:p>
          <a:endParaRPr lang="en-PK"/>
        </a:p>
      </dgm:t>
    </dgm:pt>
    <dgm:pt modelId="{3C79C782-3306-45EA-8D03-A647E162AC6F}">
      <dgm:prSet phldrT="[Text]" phldr="1"/>
      <dgm:spPr/>
      <dgm:t>
        <a:bodyPr/>
        <a:lstStyle/>
        <a:p>
          <a:endParaRPr lang="en-PK" dirty="0"/>
        </a:p>
      </dgm:t>
    </dgm:pt>
    <dgm:pt modelId="{22639A78-C4F3-4940-AA0F-FED889AFA1F9}" type="sibTrans" cxnId="{B284ACBD-D23B-4FED-A670-C4CD76DCE6CB}">
      <dgm:prSet/>
      <dgm:spPr/>
      <dgm:t>
        <a:bodyPr/>
        <a:lstStyle/>
        <a:p>
          <a:endParaRPr lang="en-PK"/>
        </a:p>
      </dgm:t>
    </dgm:pt>
    <dgm:pt modelId="{42870948-A3A8-4769-8947-53DF36ED2E00}" type="parTrans" cxnId="{B284ACBD-D23B-4FED-A670-C4CD76DCE6CB}">
      <dgm:prSet/>
      <dgm:spPr/>
      <dgm:t>
        <a:bodyPr/>
        <a:lstStyle/>
        <a:p>
          <a:endParaRPr lang="en-PK"/>
        </a:p>
      </dgm:t>
    </dgm:pt>
    <dgm:pt modelId="{9BBE3F2E-AC9D-4C89-BBFA-CE95833E44E9}" type="pres">
      <dgm:prSet presAssocID="{2DC3D3E5-FCFB-4A51-B6F2-2021DE3AFEA9}" presName="linear" presStyleCnt="0">
        <dgm:presLayoutVars>
          <dgm:animLvl val="lvl"/>
          <dgm:resizeHandles val="exact"/>
        </dgm:presLayoutVars>
      </dgm:prSet>
      <dgm:spPr/>
      <dgm:t>
        <a:bodyPr/>
        <a:lstStyle/>
        <a:p>
          <a:endParaRPr lang="en-US"/>
        </a:p>
      </dgm:t>
    </dgm:pt>
    <dgm:pt modelId="{C9529B3E-9C9C-492E-8BDE-4E88049C2646}" type="pres">
      <dgm:prSet presAssocID="{13F51E93-0262-489C-A026-93618329F3DB}" presName="parentText" presStyleLbl="node1" presStyleIdx="0" presStyleCnt="3">
        <dgm:presLayoutVars>
          <dgm:chMax val="0"/>
          <dgm:bulletEnabled val="1"/>
        </dgm:presLayoutVars>
      </dgm:prSet>
      <dgm:spPr/>
      <dgm:t>
        <a:bodyPr/>
        <a:lstStyle/>
        <a:p>
          <a:endParaRPr lang="en-US"/>
        </a:p>
      </dgm:t>
    </dgm:pt>
    <dgm:pt modelId="{6E2CFF14-E3E8-4ECB-8E61-D2A04601673C}" type="pres">
      <dgm:prSet presAssocID="{13F51E93-0262-489C-A026-93618329F3DB}" presName="childText" presStyleLbl="revTx" presStyleIdx="0" presStyleCnt="3">
        <dgm:presLayoutVars>
          <dgm:bulletEnabled val="1"/>
        </dgm:presLayoutVars>
      </dgm:prSet>
      <dgm:spPr/>
      <dgm:t>
        <a:bodyPr/>
        <a:lstStyle/>
        <a:p>
          <a:endParaRPr lang="en-US"/>
        </a:p>
      </dgm:t>
    </dgm:pt>
    <dgm:pt modelId="{0D472227-871A-4C40-9C31-DB64BA45FC3E}" type="pres">
      <dgm:prSet presAssocID="{28617474-FB42-4AB5-9C55-BF4C9439BEE8}" presName="parentText" presStyleLbl="node1" presStyleIdx="1" presStyleCnt="3" custLinFactNeighborX="-165" custLinFactNeighborY="-25985">
        <dgm:presLayoutVars>
          <dgm:chMax val="0"/>
          <dgm:bulletEnabled val="1"/>
        </dgm:presLayoutVars>
      </dgm:prSet>
      <dgm:spPr/>
      <dgm:t>
        <a:bodyPr/>
        <a:lstStyle/>
        <a:p>
          <a:endParaRPr lang="en-US"/>
        </a:p>
      </dgm:t>
    </dgm:pt>
    <dgm:pt modelId="{6AC11757-DAA8-4A82-8932-9170DB751627}" type="pres">
      <dgm:prSet presAssocID="{28617474-FB42-4AB5-9C55-BF4C9439BEE8}" presName="childText" presStyleLbl="revTx" presStyleIdx="1" presStyleCnt="3">
        <dgm:presLayoutVars>
          <dgm:bulletEnabled val="1"/>
        </dgm:presLayoutVars>
      </dgm:prSet>
      <dgm:spPr/>
      <dgm:t>
        <a:bodyPr/>
        <a:lstStyle/>
        <a:p>
          <a:endParaRPr lang="en-US"/>
        </a:p>
      </dgm:t>
    </dgm:pt>
    <dgm:pt modelId="{4CCD88CC-D8AD-4740-B9D9-4D6B84CFBEAA}" type="pres">
      <dgm:prSet presAssocID="{194EE2FB-E37A-43F0-890C-0B219FE543F1}" presName="parentText" presStyleLbl="node1" presStyleIdx="2" presStyleCnt="3" custLinFactNeighborY="-20473">
        <dgm:presLayoutVars>
          <dgm:chMax val="0"/>
          <dgm:bulletEnabled val="1"/>
        </dgm:presLayoutVars>
      </dgm:prSet>
      <dgm:spPr/>
      <dgm:t>
        <a:bodyPr/>
        <a:lstStyle/>
        <a:p>
          <a:endParaRPr lang="en-US"/>
        </a:p>
      </dgm:t>
    </dgm:pt>
    <dgm:pt modelId="{95A8A300-6070-482C-ABC3-672F34BD4D5D}" type="pres">
      <dgm:prSet presAssocID="{194EE2FB-E37A-43F0-890C-0B219FE543F1}" presName="childText" presStyleLbl="revTx" presStyleIdx="2" presStyleCnt="3">
        <dgm:presLayoutVars>
          <dgm:bulletEnabled val="1"/>
        </dgm:presLayoutVars>
      </dgm:prSet>
      <dgm:spPr/>
      <dgm:t>
        <a:bodyPr/>
        <a:lstStyle/>
        <a:p>
          <a:endParaRPr lang="en-US"/>
        </a:p>
      </dgm:t>
    </dgm:pt>
  </dgm:ptLst>
  <dgm:cxnLst>
    <dgm:cxn modelId="{4A303043-28DE-44F4-8A10-71D2C4EBD2DC}" type="presOf" srcId="{3C79C782-3306-45EA-8D03-A647E162AC6F}" destId="{6E2CFF14-E3E8-4ECB-8E61-D2A04601673C}" srcOrd="0" destOrd="0" presId="urn:microsoft.com/office/officeart/2005/8/layout/vList2"/>
    <dgm:cxn modelId="{26F2F605-3A7D-4D45-BA5A-8B6D2F5EBC3B}" srcId="{2DC3D3E5-FCFB-4A51-B6F2-2021DE3AFEA9}" destId="{13F51E93-0262-489C-A026-93618329F3DB}" srcOrd="0" destOrd="0" parTransId="{3D254004-6952-4C48-B61F-9FD886340446}" sibTransId="{051F4EDE-C69A-4DD4-AC09-CACCAD79FA3A}"/>
    <dgm:cxn modelId="{F6082321-4F38-483E-BA7B-5B7D0612EF61}" type="presOf" srcId="{194EE2FB-E37A-43F0-890C-0B219FE543F1}" destId="{4CCD88CC-D8AD-4740-B9D9-4D6B84CFBEAA}" srcOrd="0" destOrd="0" presId="urn:microsoft.com/office/officeart/2005/8/layout/vList2"/>
    <dgm:cxn modelId="{0DA05DE6-4D38-493B-BEA3-E3D97E4AC716}" srcId="{28617474-FB42-4AB5-9C55-BF4C9439BEE8}" destId="{FF82DE5C-0A8D-457E-AA96-CE9BB8C738BB}" srcOrd="0" destOrd="0" parTransId="{9DD94F4D-694F-418A-AFFF-21E38EDE1DD9}" sibTransId="{FF04D0BE-DFB6-48D1-92C2-D9C9CED2F82E}"/>
    <dgm:cxn modelId="{B284ACBD-D23B-4FED-A670-C4CD76DCE6CB}" srcId="{13F51E93-0262-489C-A026-93618329F3DB}" destId="{3C79C782-3306-45EA-8D03-A647E162AC6F}" srcOrd="0" destOrd="0" parTransId="{42870948-A3A8-4769-8947-53DF36ED2E00}" sibTransId="{22639A78-C4F3-4940-AA0F-FED889AFA1F9}"/>
    <dgm:cxn modelId="{EC6BCC00-B60F-4D3B-BEB5-FED46AF7D3CE}" srcId="{194EE2FB-E37A-43F0-890C-0B219FE543F1}" destId="{4B149254-920D-479B-8C79-B8C709AA97A4}" srcOrd="0" destOrd="0" parTransId="{7C76C413-7A1F-489D-8113-19C99AD539B0}" sibTransId="{771A7A3F-A332-4631-83E5-DAE263FF7BDA}"/>
    <dgm:cxn modelId="{D7F38430-56FC-4C13-9F80-1085C02AC3EF}" type="presOf" srcId="{13F51E93-0262-489C-A026-93618329F3DB}" destId="{C9529B3E-9C9C-492E-8BDE-4E88049C2646}" srcOrd="0" destOrd="0" presId="urn:microsoft.com/office/officeart/2005/8/layout/vList2"/>
    <dgm:cxn modelId="{E555E32B-B140-4B51-B1DF-87965C770860}" srcId="{2DC3D3E5-FCFB-4A51-B6F2-2021DE3AFEA9}" destId="{194EE2FB-E37A-43F0-890C-0B219FE543F1}" srcOrd="2" destOrd="0" parTransId="{D9ED579E-0142-497F-AA0D-89B6426D554A}" sibTransId="{C33DD5CD-4A48-48D0-8495-521C307E6A86}"/>
    <dgm:cxn modelId="{D09041E1-8056-4A7F-8721-348246AA259B}" type="presOf" srcId="{FF82DE5C-0A8D-457E-AA96-CE9BB8C738BB}" destId="{6AC11757-DAA8-4A82-8932-9170DB751627}" srcOrd="0" destOrd="0" presId="urn:microsoft.com/office/officeart/2005/8/layout/vList2"/>
    <dgm:cxn modelId="{41F2B7AC-4238-4F2A-B861-B5A32472CBCC}" type="presOf" srcId="{4B149254-920D-479B-8C79-B8C709AA97A4}" destId="{95A8A300-6070-482C-ABC3-672F34BD4D5D}" srcOrd="0" destOrd="0" presId="urn:microsoft.com/office/officeart/2005/8/layout/vList2"/>
    <dgm:cxn modelId="{58A80F11-562B-4AFF-BE1D-204C85ECC30F}" type="presOf" srcId="{2DC3D3E5-FCFB-4A51-B6F2-2021DE3AFEA9}" destId="{9BBE3F2E-AC9D-4C89-BBFA-CE95833E44E9}" srcOrd="0" destOrd="0" presId="urn:microsoft.com/office/officeart/2005/8/layout/vList2"/>
    <dgm:cxn modelId="{F2988D3C-8657-4A90-AC1A-14301FD985F4}" type="presOf" srcId="{28617474-FB42-4AB5-9C55-BF4C9439BEE8}" destId="{0D472227-871A-4C40-9C31-DB64BA45FC3E}" srcOrd="0" destOrd="0" presId="urn:microsoft.com/office/officeart/2005/8/layout/vList2"/>
    <dgm:cxn modelId="{B945058A-3F9D-4F33-9336-708A442022FE}" srcId="{2DC3D3E5-FCFB-4A51-B6F2-2021DE3AFEA9}" destId="{28617474-FB42-4AB5-9C55-BF4C9439BEE8}" srcOrd="1" destOrd="0" parTransId="{5D1109EA-C190-49F2-BECB-1164CE680856}" sibTransId="{D8F2C1EF-2952-468B-B186-9507C8E23017}"/>
    <dgm:cxn modelId="{6069C79F-DD2A-4993-A963-374331CEE756}" type="presParOf" srcId="{9BBE3F2E-AC9D-4C89-BBFA-CE95833E44E9}" destId="{C9529B3E-9C9C-492E-8BDE-4E88049C2646}" srcOrd="0" destOrd="0" presId="urn:microsoft.com/office/officeart/2005/8/layout/vList2"/>
    <dgm:cxn modelId="{F8215906-869B-4774-86DB-56F1B7C1E8F9}" type="presParOf" srcId="{9BBE3F2E-AC9D-4C89-BBFA-CE95833E44E9}" destId="{6E2CFF14-E3E8-4ECB-8E61-D2A04601673C}" srcOrd="1" destOrd="0" presId="urn:microsoft.com/office/officeart/2005/8/layout/vList2"/>
    <dgm:cxn modelId="{CB5368EE-F299-4191-B53A-07BFE1ECF47C}" type="presParOf" srcId="{9BBE3F2E-AC9D-4C89-BBFA-CE95833E44E9}" destId="{0D472227-871A-4C40-9C31-DB64BA45FC3E}" srcOrd="2" destOrd="0" presId="urn:microsoft.com/office/officeart/2005/8/layout/vList2"/>
    <dgm:cxn modelId="{8C7A9C29-EAE9-4266-AB0C-6BAF88C445D7}" type="presParOf" srcId="{9BBE3F2E-AC9D-4C89-BBFA-CE95833E44E9}" destId="{6AC11757-DAA8-4A82-8932-9170DB751627}" srcOrd="3" destOrd="0" presId="urn:microsoft.com/office/officeart/2005/8/layout/vList2"/>
    <dgm:cxn modelId="{0D0B1589-5E44-499C-A7BC-2C83AEC51079}" type="presParOf" srcId="{9BBE3F2E-AC9D-4C89-BBFA-CE95833E44E9}" destId="{4CCD88CC-D8AD-4740-B9D9-4D6B84CFBEAA}" srcOrd="4" destOrd="0" presId="urn:microsoft.com/office/officeart/2005/8/layout/vList2"/>
    <dgm:cxn modelId="{F1C1CE9C-7587-4956-A619-919E5CF1F0B0}" type="presParOf" srcId="{9BBE3F2E-AC9D-4C89-BBFA-CE95833E44E9}" destId="{95A8A300-6070-482C-ABC3-672F34BD4D5D}"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6F6D7F1-41F5-497C-9823-142FBB4CD92A}" type="doc">
      <dgm:prSet loTypeId="urn:microsoft.com/office/officeart/2005/8/layout/vProcess5" loCatId="process" qsTypeId="urn:microsoft.com/office/officeart/2005/8/quickstyle/simple3" qsCatId="simple" csTypeId="urn:microsoft.com/office/officeart/2005/8/colors/accent3_2" csCatId="accent3" phldr="1"/>
      <dgm:spPr/>
      <dgm:t>
        <a:bodyPr/>
        <a:lstStyle/>
        <a:p>
          <a:endParaRPr lang="en-US"/>
        </a:p>
      </dgm:t>
    </dgm:pt>
    <dgm:pt modelId="{DA4C19BC-6AB5-4479-ABBD-554B16484FDF}">
      <dgm:prSet custT="1"/>
      <dgm:spPr/>
      <dgm:t>
        <a:bodyPr/>
        <a:lstStyle/>
        <a:p>
          <a:r>
            <a:rPr lang="en-US" sz="2000" dirty="0"/>
            <a:t>QC activities monitor and verify finished product (e.g., executable software)</a:t>
          </a:r>
        </a:p>
      </dgm:t>
    </dgm:pt>
    <dgm:pt modelId="{DC457869-03CB-4AB6-9757-296B5CD55F21}" type="parTrans" cxnId="{66348313-1BE5-4F48-B939-84E6DEFA0592}">
      <dgm:prSet/>
      <dgm:spPr/>
      <dgm:t>
        <a:bodyPr/>
        <a:lstStyle/>
        <a:p>
          <a:endParaRPr lang="en-US"/>
        </a:p>
      </dgm:t>
    </dgm:pt>
    <dgm:pt modelId="{ED2E011F-D975-47A1-B2A3-6BAB20BA1C1F}" type="sibTrans" cxnId="{66348313-1BE5-4F48-B939-84E6DEFA0592}">
      <dgm:prSet custT="1"/>
      <dgm:spPr/>
      <dgm:t>
        <a:bodyPr/>
        <a:lstStyle/>
        <a:p>
          <a:endParaRPr lang="en-US" sz="2000"/>
        </a:p>
      </dgm:t>
    </dgm:pt>
    <dgm:pt modelId="{D5EBF054-9CAC-44BF-9397-AD3A189DC0D1}">
      <dgm:prSet custT="1"/>
      <dgm:spPr/>
      <dgm:t>
        <a:bodyPr/>
        <a:lstStyle/>
        <a:p>
          <a:r>
            <a:rPr lang="en-US" sz="2000"/>
            <a:t>Focus is on identifying defects in system</a:t>
          </a:r>
        </a:p>
      </dgm:t>
    </dgm:pt>
    <dgm:pt modelId="{95920F82-1168-4BA3-95BD-7F31F1C9129D}" type="parTrans" cxnId="{1FF7B57A-0B90-47C7-85FC-EDE4CC87668E}">
      <dgm:prSet/>
      <dgm:spPr/>
      <dgm:t>
        <a:bodyPr/>
        <a:lstStyle/>
        <a:p>
          <a:endParaRPr lang="en-US"/>
        </a:p>
      </dgm:t>
    </dgm:pt>
    <dgm:pt modelId="{3E5E0837-4C76-4EF8-A2D2-697ED7C4B00D}" type="sibTrans" cxnId="{1FF7B57A-0B90-47C7-85FC-EDE4CC87668E}">
      <dgm:prSet custT="1"/>
      <dgm:spPr/>
      <dgm:t>
        <a:bodyPr/>
        <a:lstStyle/>
        <a:p>
          <a:endParaRPr lang="en-US" sz="2000"/>
        </a:p>
      </dgm:t>
    </dgm:pt>
    <dgm:pt modelId="{210B9E64-52D6-437A-84CB-DECA58503774}">
      <dgm:prSet custT="1"/>
      <dgm:spPr/>
      <dgm:t>
        <a:bodyPr/>
        <a:lstStyle/>
        <a:p>
          <a:r>
            <a:rPr lang="en-US" sz="2000" dirty="0"/>
            <a:t>QC is reactive in nature</a:t>
          </a:r>
        </a:p>
      </dgm:t>
    </dgm:pt>
    <dgm:pt modelId="{50E2D49A-C6DC-4590-A048-A322558D4344}" type="parTrans" cxnId="{4145AED7-2007-4E37-BF1E-2B44936392EE}">
      <dgm:prSet/>
      <dgm:spPr/>
      <dgm:t>
        <a:bodyPr/>
        <a:lstStyle/>
        <a:p>
          <a:endParaRPr lang="en-US"/>
        </a:p>
      </dgm:t>
    </dgm:pt>
    <dgm:pt modelId="{0FBC6FB6-23D5-4D39-B8A4-6313BB97DC82}" type="sibTrans" cxnId="{4145AED7-2007-4E37-BF1E-2B44936392EE}">
      <dgm:prSet/>
      <dgm:spPr>
        <a:noFill/>
        <a:ln>
          <a:noFill/>
        </a:ln>
      </dgm:spPr>
      <dgm:t>
        <a:bodyPr/>
        <a:lstStyle/>
        <a:p>
          <a:endParaRPr lang="en-US"/>
        </a:p>
      </dgm:t>
    </dgm:pt>
    <dgm:pt modelId="{B7229B51-4ACF-427B-858D-25C5FBDAFE6C}">
      <dgm:prSet/>
      <dgm:spPr>
        <a:noFill/>
        <a:ln>
          <a:noFill/>
        </a:ln>
      </dgm:spPr>
      <dgm:t>
        <a:bodyPr/>
        <a:lstStyle/>
        <a:p>
          <a:r>
            <a:rPr lang="en-US" dirty="0"/>
            <a:t>Quality control is a reactive process that focuses on effectively identifying defects in completed products before they can be shipped to customers.</a:t>
          </a:r>
        </a:p>
      </dgm:t>
    </dgm:pt>
    <dgm:pt modelId="{5FE5C77B-BBAE-46DA-B304-F74CEE7D734E}" type="parTrans" cxnId="{85F95CAE-105E-4C53-843C-CF46C1C26F36}">
      <dgm:prSet/>
      <dgm:spPr/>
      <dgm:t>
        <a:bodyPr/>
        <a:lstStyle/>
        <a:p>
          <a:endParaRPr lang="en-PK"/>
        </a:p>
      </dgm:t>
    </dgm:pt>
    <dgm:pt modelId="{BAB299AF-A023-48A1-A22B-A270BDB4746B}" type="sibTrans" cxnId="{85F95CAE-105E-4C53-843C-CF46C1C26F36}">
      <dgm:prSet/>
      <dgm:spPr/>
      <dgm:t>
        <a:bodyPr/>
        <a:lstStyle/>
        <a:p>
          <a:endParaRPr lang="en-PK"/>
        </a:p>
      </dgm:t>
    </dgm:pt>
    <dgm:pt modelId="{08A53066-902A-4621-AD5C-85DD536A0961}" type="pres">
      <dgm:prSet presAssocID="{26F6D7F1-41F5-497C-9823-142FBB4CD92A}" presName="outerComposite" presStyleCnt="0">
        <dgm:presLayoutVars>
          <dgm:chMax val="5"/>
          <dgm:dir/>
          <dgm:resizeHandles val="exact"/>
        </dgm:presLayoutVars>
      </dgm:prSet>
      <dgm:spPr/>
      <dgm:t>
        <a:bodyPr/>
        <a:lstStyle/>
        <a:p>
          <a:endParaRPr lang="en-US"/>
        </a:p>
      </dgm:t>
    </dgm:pt>
    <dgm:pt modelId="{C4388244-8471-4575-A7FF-FFDE8D9D98A9}" type="pres">
      <dgm:prSet presAssocID="{26F6D7F1-41F5-497C-9823-142FBB4CD92A}" presName="dummyMaxCanvas" presStyleCnt="0">
        <dgm:presLayoutVars/>
      </dgm:prSet>
      <dgm:spPr/>
    </dgm:pt>
    <dgm:pt modelId="{4F28FCB5-7B8D-4938-9EF3-955A48A36EDF}" type="pres">
      <dgm:prSet presAssocID="{26F6D7F1-41F5-497C-9823-142FBB4CD92A}" presName="FourNodes_1" presStyleLbl="node1" presStyleIdx="0" presStyleCnt="4">
        <dgm:presLayoutVars>
          <dgm:bulletEnabled val="1"/>
        </dgm:presLayoutVars>
      </dgm:prSet>
      <dgm:spPr/>
      <dgm:t>
        <a:bodyPr/>
        <a:lstStyle/>
        <a:p>
          <a:endParaRPr lang="en-US"/>
        </a:p>
      </dgm:t>
    </dgm:pt>
    <dgm:pt modelId="{292926D4-5A15-4AE1-9CF1-6F726E001A31}" type="pres">
      <dgm:prSet presAssocID="{26F6D7F1-41F5-497C-9823-142FBB4CD92A}" presName="FourNodes_2" presStyleLbl="node1" presStyleIdx="1" presStyleCnt="4">
        <dgm:presLayoutVars>
          <dgm:bulletEnabled val="1"/>
        </dgm:presLayoutVars>
      </dgm:prSet>
      <dgm:spPr/>
      <dgm:t>
        <a:bodyPr/>
        <a:lstStyle/>
        <a:p>
          <a:endParaRPr lang="en-US"/>
        </a:p>
      </dgm:t>
    </dgm:pt>
    <dgm:pt modelId="{3761D1FF-D80B-4A90-AF61-BF55B2EC9068}" type="pres">
      <dgm:prSet presAssocID="{26F6D7F1-41F5-497C-9823-142FBB4CD92A}" presName="FourNodes_3" presStyleLbl="node1" presStyleIdx="2" presStyleCnt="4">
        <dgm:presLayoutVars>
          <dgm:bulletEnabled val="1"/>
        </dgm:presLayoutVars>
      </dgm:prSet>
      <dgm:spPr/>
      <dgm:t>
        <a:bodyPr/>
        <a:lstStyle/>
        <a:p>
          <a:endParaRPr lang="en-US"/>
        </a:p>
      </dgm:t>
    </dgm:pt>
    <dgm:pt modelId="{0D862850-E40A-4B43-8C23-B506F2A31E96}" type="pres">
      <dgm:prSet presAssocID="{26F6D7F1-41F5-497C-9823-142FBB4CD92A}" presName="FourNodes_4" presStyleLbl="node1" presStyleIdx="3" presStyleCnt="4" custLinFactNeighborX="-8129" custLinFactNeighborY="-18501">
        <dgm:presLayoutVars>
          <dgm:bulletEnabled val="1"/>
        </dgm:presLayoutVars>
      </dgm:prSet>
      <dgm:spPr/>
      <dgm:t>
        <a:bodyPr/>
        <a:lstStyle/>
        <a:p>
          <a:endParaRPr lang="en-US"/>
        </a:p>
      </dgm:t>
    </dgm:pt>
    <dgm:pt modelId="{6B59E815-AE27-480F-BA24-D906CB33458A}" type="pres">
      <dgm:prSet presAssocID="{26F6D7F1-41F5-497C-9823-142FBB4CD92A}" presName="FourConn_1-2" presStyleLbl="fgAccFollowNode1" presStyleIdx="0" presStyleCnt="3">
        <dgm:presLayoutVars>
          <dgm:bulletEnabled val="1"/>
        </dgm:presLayoutVars>
      </dgm:prSet>
      <dgm:spPr/>
      <dgm:t>
        <a:bodyPr/>
        <a:lstStyle/>
        <a:p>
          <a:endParaRPr lang="en-US"/>
        </a:p>
      </dgm:t>
    </dgm:pt>
    <dgm:pt modelId="{8769BD46-364D-4D39-BC56-FC1A4BF4F047}" type="pres">
      <dgm:prSet presAssocID="{26F6D7F1-41F5-497C-9823-142FBB4CD92A}" presName="FourConn_2-3" presStyleLbl="fgAccFollowNode1" presStyleIdx="1" presStyleCnt="3">
        <dgm:presLayoutVars>
          <dgm:bulletEnabled val="1"/>
        </dgm:presLayoutVars>
      </dgm:prSet>
      <dgm:spPr/>
      <dgm:t>
        <a:bodyPr/>
        <a:lstStyle/>
        <a:p>
          <a:endParaRPr lang="en-US"/>
        </a:p>
      </dgm:t>
    </dgm:pt>
    <dgm:pt modelId="{3D173D1E-1BBD-429F-92C9-F6FD21BB4DD2}" type="pres">
      <dgm:prSet presAssocID="{26F6D7F1-41F5-497C-9823-142FBB4CD92A}" presName="FourConn_3-4" presStyleLbl="fgAccFollowNode1" presStyleIdx="2" presStyleCnt="3">
        <dgm:presLayoutVars>
          <dgm:bulletEnabled val="1"/>
        </dgm:presLayoutVars>
      </dgm:prSet>
      <dgm:spPr/>
      <dgm:t>
        <a:bodyPr/>
        <a:lstStyle/>
        <a:p>
          <a:endParaRPr lang="en-US"/>
        </a:p>
      </dgm:t>
    </dgm:pt>
    <dgm:pt modelId="{427E0C49-56B5-445E-8F57-097077D83088}" type="pres">
      <dgm:prSet presAssocID="{26F6D7F1-41F5-497C-9823-142FBB4CD92A}" presName="FourNodes_1_text" presStyleLbl="node1" presStyleIdx="3" presStyleCnt="4">
        <dgm:presLayoutVars>
          <dgm:bulletEnabled val="1"/>
        </dgm:presLayoutVars>
      </dgm:prSet>
      <dgm:spPr/>
      <dgm:t>
        <a:bodyPr/>
        <a:lstStyle/>
        <a:p>
          <a:endParaRPr lang="en-US"/>
        </a:p>
      </dgm:t>
    </dgm:pt>
    <dgm:pt modelId="{52E67BE5-0708-4D13-93E2-8DB04846E068}" type="pres">
      <dgm:prSet presAssocID="{26F6D7F1-41F5-497C-9823-142FBB4CD92A}" presName="FourNodes_2_text" presStyleLbl="node1" presStyleIdx="3" presStyleCnt="4">
        <dgm:presLayoutVars>
          <dgm:bulletEnabled val="1"/>
        </dgm:presLayoutVars>
      </dgm:prSet>
      <dgm:spPr/>
      <dgm:t>
        <a:bodyPr/>
        <a:lstStyle/>
        <a:p>
          <a:endParaRPr lang="en-US"/>
        </a:p>
      </dgm:t>
    </dgm:pt>
    <dgm:pt modelId="{F4A54EBC-8C15-404D-AD79-ECB2B28B20A2}" type="pres">
      <dgm:prSet presAssocID="{26F6D7F1-41F5-497C-9823-142FBB4CD92A}" presName="FourNodes_3_text" presStyleLbl="node1" presStyleIdx="3" presStyleCnt="4">
        <dgm:presLayoutVars>
          <dgm:bulletEnabled val="1"/>
        </dgm:presLayoutVars>
      </dgm:prSet>
      <dgm:spPr/>
      <dgm:t>
        <a:bodyPr/>
        <a:lstStyle/>
        <a:p>
          <a:endParaRPr lang="en-US"/>
        </a:p>
      </dgm:t>
    </dgm:pt>
    <dgm:pt modelId="{74819D8A-E739-4208-A81E-CB442B94DF2D}" type="pres">
      <dgm:prSet presAssocID="{26F6D7F1-41F5-497C-9823-142FBB4CD92A}" presName="FourNodes_4_text" presStyleLbl="node1" presStyleIdx="3" presStyleCnt="4">
        <dgm:presLayoutVars>
          <dgm:bulletEnabled val="1"/>
        </dgm:presLayoutVars>
      </dgm:prSet>
      <dgm:spPr/>
      <dgm:t>
        <a:bodyPr/>
        <a:lstStyle/>
        <a:p>
          <a:endParaRPr lang="en-US"/>
        </a:p>
      </dgm:t>
    </dgm:pt>
  </dgm:ptLst>
  <dgm:cxnLst>
    <dgm:cxn modelId="{E91CBF24-77DF-450A-9FE0-F1790C0D09A6}" type="presOf" srcId="{ED2E011F-D975-47A1-B2A3-6BAB20BA1C1F}" destId="{6B59E815-AE27-480F-BA24-D906CB33458A}" srcOrd="0" destOrd="0" presId="urn:microsoft.com/office/officeart/2005/8/layout/vProcess5"/>
    <dgm:cxn modelId="{23B94342-EC69-40D6-B418-F6E4FFB89F5B}" type="presOf" srcId="{0FBC6FB6-23D5-4D39-B8A4-6313BB97DC82}" destId="{3D173D1E-1BBD-429F-92C9-F6FD21BB4DD2}" srcOrd="0" destOrd="0" presId="urn:microsoft.com/office/officeart/2005/8/layout/vProcess5"/>
    <dgm:cxn modelId="{311AD97B-1649-41FC-AB44-C6CEF338383F}" type="presOf" srcId="{3E5E0837-4C76-4EF8-A2D2-697ED7C4B00D}" destId="{8769BD46-364D-4D39-BC56-FC1A4BF4F047}" srcOrd="0" destOrd="0" presId="urn:microsoft.com/office/officeart/2005/8/layout/vProcess5"/>
    <dgm:cxn modelId="{85B5E9F5-E451-4BE0-9E71-3CD6569D9E74}" type="presOf" srcId="{DA4C19BC-6AB5-4479-ABBD-554B16484FDF}" destId="{427E0C49-56B5-445E-8F57-097077D83088}" srcOrd="1" destOrd="0" presId="urn:microsoft.com/office/officeart/2005/8/layout/vProcess5"/>
    <dgm:cxn modelId="{7465A554-B47C-4942-9EC0-3DDF8A8730CE}" type="presOf" srcId="{B7229B51-4ACF-427B-858D-25C5FBDAFE6C}" destId="{74819D8A-E739-4208-A81E-CB442B94DF2D}" srcOrd="1" destOrd="0" presId="urn:microsoft.com/office/officeart/2005/8/layout/vProcess5"/>
    <dgm:cxn modelId="{1CC747BD-80FA-43CE-982A-6EAE03F838CA}" type="presOf" srcId="{210B9E64-52D6-437A-84CB-DECA58503774}" destId="{3761D1FF-D80B-4A90-AF61-BF55B2EC9068}" srcOrd="0" destOrd="0" presId="urn:microsoft.com/office/officeart/2005/8/layout/vProcess5"/>
    <dgm:cxn modelId="{0783D244-CD47-461D-93AF-9A191AD77F27}" type="presOf" srcId="{D5EBF054-9CAC-44BF-9397-AD3A189DC0D1}" destId="{292926D4-5A15-4AE1-9CF1-6F726E001A31}" srcOrd="0" destOrd="0" presId="urn:microsoft.com/office/officeart/2005/8/layout/vProcess5"/>
    <dgm:cxn modelId="{66348313-1BE5-4F48-B939-84E6DEFA0592}" srcId="{26F6D7F1-41F5-497C-9823-142FBB4CD92A}" destId="{DA4C19BC-6AB5-4479-ABBD-554B16484FDF}" srcOrd="0" destOrd="0" parTransId="{DC457869-03CB-4AB6-9757-296B5CD55F21}" sibTransId="{ED2E011F-D975-47A1-B2A3-6BAB20BA1C1F}"/>
    <dgm:cxn modelId="{03385FEC-4D03-454B-B733-B3F8B9AE7D78}" type="presOf" srcId="{D5EBF054-9CAC-44BF-9397-AD3A189DC0D1}" destId="{52E67BE5-0708-4D13-93E2-8DB04846E068}" srcOrd="1" destOrd="0" presId="urn:microsoft.com/office/officeart/2005/8/layout/vProcess5"/>
    <dgm:cxn modelId="{1FF7B57A-0B90-47C7-85FC-EDE4CC87668E}" srcId="{26F6D7F1-41F5-497C-9823-142FBB4CD92A}" destId="{D5EBF054-9CAC-44BF-9397-AD3A189DC0D1}" srcOrd="1" destOrd="0" parTransId="{95920F82-1168-4BA3-95BD-7F31F1C9129D}" sibTransId="{3E5E0837-4C76-4EF8-A2D2-697ED7C4B00D}"/>
    <dgm:cxn modelId="{440AA09C-105F-4439-9695-7DE688F8A95A}" type="presOf" srcId="{210B9E64-52D6-437A-84CB-DECA58503774}" destId="{F4A54EBC-8C15-404D-AD79-ECB2B28B20A2}" srcOrd="1" destOrd="0" presId="urn:microsoft.com/office/officeart/2005/8/layout/vProcess5"/>
    <dgm:cxn modelId="{EC5E5C97-8123-4BFA-9D88-705AFB17F4B0}" type="presOf" srcId="{26F6D7F1-41F5-497C-9823-142FBB4CD92A}" destId="{08A53066-902A-4621-AD5C-85DD536A0961}" srcOrd="0" destOrd="0" presId="urn:microsoft.com/office/officeart/2005/8/layout/vProcess5"/>
    <dgm:cxn modelId="{85F95CAE-105E-4C53-843C-CF46C1C26F36}" srcId="{26F6D7F1-41F5-497C-9823-142FBB4CD92A}" destId="{B7229B51-4ACF-427B-858D-25C5FBDAFE6C}" srcOrd="3" destOrd="0" parTransId="{5FE5C77B-BBAE-46DA-B304-F74CEE7D734E}" sibTransId="{BAB299AF-A023-48A1-A22B-A270BDB4746B}"/>
    <dgm:cxn modelId="{4145AED7-2007-4E37-BF1E-2B44936392EE}" srcId="{26F6D7F1-41F5-497C-9823-142FBB4CD92A}" destId="{210B9E64-52D6-437A-84CB-DECA58503774}" srcOrd="2" destOrd="0" parTransId="{50E2D49A-C6DC-4590-A048-A322558D4344}" sibTransId="{0FBC6FB6-23D5-4D39-B8A4-6313BB97DC82}"/>
    <dgm:cxn modelId="{1FE48582-87D3-49C7-ACA5-7E854CFEA4A5}" type="presOf" srcId="{B7229B51-4ACF-427B-858D-25C5FBDAFE6C}" destId="{0D862850-E40A-4B43-8C23-B506F2A31E96}" srcOrd="0" destOrd="0" presId="urn:microsoft.com/office/officeart/2005/8/layout/vProcess5"/>
    <dgm:cxn modelId="{6E9536B6-709C-424B-A5B9-4752820BAD6D}" type="presOf" srcId="{DA4C19BC-6AB5-4479-ABBD-554B16484FDF}" destId="{4F28FCB5-7B8D-4938-9EF3-955A48A36EDF}" srcOrd="0" destOrd="0" presId="urn:microsoft.com/office/officeart/2005/8/layout/vProcess5"/>
    <dgm:cxn modelId="{E5A035E8-4FA7-4A3B-93D8-6DF43B0286BD}" type="presParOf" srcId="{08A53066-902A-4621-AD5C-85DD536A0961}" destId="{C4388244-8471-4575-A7FF-FFDE8D9D98A9}" srcOrd="0" destOrd="0" presId="urn:microsoft.com/office/officeart/2005/8/layout/vProcess5"/>
    <dgm:cxn modelId="{FE798ACF-81D3-4B61-9C9C-626469658A3A}" type="presParOf" srcId="{08A53066-902A-4621-AD5C-85DD536A0961}" destId="{4F28FCB5-7B8D-4938-9EF3-955A48A36EDF}" srcOrd="1" destOrd="0" presId="urn:microsoft.com/office/officeart/2005/8/layout/vProcess5"/>
    <dgm:cxn modelId="{8A998964-87B6-47FC-84CD-AEC0C9261EAE}" type="presParOf" srcId="{08A53066-902A-4621-AD5C-85DD536A0961}" destId="{292926D4-5A15-4AE1-9CF1-6F726E001A31}" srcOrd="2" destOrd="0" presId="urn:microsoft.com/office/officeart/2005/8/layout/vProcess5"/>
    <dgm:cxn modelId="{AFA1AC2C-2F04-4217-B2BF-C5C35AA4BD15}" type="presParOf" srcId="{08A53066-902A-4621-AD5C-85DD536A0961}" destId="{3761D1FF-D80B-4A90-AF61-BF55B2EC9068}" srcOrd="3" destOrd="0" presId="urn:microsoft.com/office/officeart/2005/8/layout/vProcess5"/>
    <dgm:cxn modelId="{9CC17CEE-B208-4149-8498-D757467D40CA}" type="presParOf" srcId="{08A53066-902A-4621-AD5C-85DD536A0961}" destId="{0D862850-E40A-4B43-8C23-B506F2A31E96}" srcOrd="4" destOrd="0" presId="urn:microsoft.com/office/officeart/2005/8/layout/vProcess5"/>
    <dgm:cxn modelId="{76A1029B-206E-4EE7-9A3F-671FF78824CE}" type="presParOf" srcId="{08A53066-902A-4621-AD5C-85DD536A0961}" destId="{6B59E815-AE27-480F-BA24-D906CB33458A}" srcOrd="5" destOrd="0" presId="urn:microsoft.com/office/officeart/2005/8/layout/vProcess5"/>
    <dgm:cxn modelId="{7100172F-8971-454B-894E-37CC6C2ADE60}" type="presParOf" srcId="{08A53066-902A-4621-AD5C-85DD536A0961}" destId="{8769BD46-364D-4D39-BC56-FC1A4BF4F047}" srcOrd="6" destOrd="0" presId="urn:microsoft.com/office/officeart/2005/8/layout/vProcess5"/>
    <dgm:cxn modelId="{8380159F-7984-404D-BF14-E2747D670B83}" type="presParOf" srcId="{08A53066-902A-4621-AD5C-85DD536A0961}" destId="{3D173D1E-1BBD-429F-92C9-F6FD21BB4DD2}" srcOrd="7" destOrd="0" presId="urn:microsoft.com/office/officeart/2005/8/layout/vProcess5"/>
    <dgm:cxn modelId="{00072F5F-FA87-4FFC-BAA0-896B55F277A8}" type="presParOf" srcId="{08A53066-902A-4621-AD5C-85DD536A0961}" destId="{427E0C49-56B5-445E-8F57-097077D83088}" srcOrd="8" destOrd="0" presId="urn:microsoft.com/office/officeart/2005/8/layout/vProcess5"/>
    <dgm:cxn modelId="{E1AD3820-4E63-4F75-93A4-11BC4DEE0B47}" type="presParOf" srcId="{08A53066-902A-4621-AD5C-85DD536A0961}" destId="{52E67BE5-0708-4D13-93E2-8DB04846E068}" srcOrd="9" destOrd="0" presId="urn:microsoft.com/office/officeart/2005/8/layout/vProcess5"/>
    <dgm:cxn modelId="{339C68A3-3411-47FE-8FC3-EA0516989CB5}" type="presParOf" srcId="{08A53066-902A-4621-AD5C-85DD536A0961}" destId="{F4A54EBC-8C15-404D-AD79-ECB2B28B20A2}" srcOrd="10" destOrd="0" presId="urn:microsoft.com/office/officeart/2005/8/layout/vProcess5"/>
    <dgm:cxn modelId="{0CB100C9-5DD2-474A-8C77-95CB64C00592}" type="presParOf" srcId="{08A53066-902A-4621-AD5C-85DD536A0961}" destId="{74819D8A-E739-4208-A81E-CB442B94DF2D}"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DCB4F50-A77D-4C76-8274-BBF400F85A4D}" type="doc">
      <dgm:prSet loTypeId="urn:microsoft.com/office/officeart/2005/8/layout/hierarchy1" loCatId="hierarchy" qsTypeId="urn:microsoft.com/office/officeart/2005/8/quickstyle/simple5" qsCatId="simple" csTypeId="urn:microsoft.com/office/officeart/2005/8/colors/accent1_2" csCatId="accent1"/>
      <dgm:spPr/>
      <dgm:t>
        <a:bodyPr/>
        <a:lstStyle/>
        <a:p>
          <a:endParaRPr lang="en-US"/>
        </a:p>
      </dgm:t>
    </dgm:pt>
    <dgm:pt modelId="{141A721B-0D7A-4CB2-B6E7-D0A63A82A9A5}">
      <dgm:prSet custT="1"/>
      <dgm:spPr/>
      <dgm:t>
        <a:bodyPr/>
        <a:lstStyle/>
        <a:p>
          <a:r>
            <a:rPr lang="en-US" sz="2400" b="1" i="0" dirty="0"/>
            <a:t>Therac-25 Radiation Therapy Machine Failure: </a:t>
          </a:r>
          <a:endParaRPr lang="en-US" sz="2400" dirty="0"/>
        </a:p>
      </dgm:t>
    </dgm:pt>
    <dgm:pt modelId="{B68CFAC6-242B-4BD3-97E0-2224CEADEF09}" type="parTrans" cxnId="{0A986EE4-7491-4B47-B6E8-E2A29C53A6FE}">
      <dgm:prSet/>
      <dgm:spPr/>
      <dgm:t>
        <a:bodyPr/>
        <a:lstStyle/>
        <a:p>
          <a:endParaRPr lang="en-US"/>
        </a:p>
      </dgm:t>
    </dgm:pt>
    <dgm:pt modelId="{09106AD6-785F-4579-A75B-AF0CFB81DD1C}" type="sibTrans" cxnId="{0A986EE4-7491-4B47-B6E8-E2A29C53A6FE}">
      <dgm:prSet/>
      <dgm:spPr/>
      <dgm:t>
        <a:bodyPr/>
        <a:lstStyle/>
        <a:p>
          <a:endParaRPr lang="en-US"/>
        </a:p>
      </dgm:t>
    </dgm:pt>
    <dgm:pt modelId="{8FB42C06-9C9E-4D96-8F53-0B7199DE4A00}">
      <dgm:prSet custT="1"/>
      <dgm:spPr/>
      <dgm:t>
        <a:bodyPr/>
        <a:lstStyle/>
        <a:p>
          <a:r>
            <a:rPr lang="en-US" sz="2400" b="0" i="0" dirty="0"/>
            <a:t>Due to poor software quality assurance, a malfunction led to overdoses of radiation, causing severe injuries and deaths. This highlights the importance of rigorous software testing and quality control.</a:t>
          </a:r>
          <a:endParaRPr lang="en-US" sz="2400" dirty="0"/>
        </a:p>
      </dgm:t>
    </dgm:pt>
    <dgm:pt modelId="{47DEEA00-81B2-4927-85A9-082756EF6621}" type="parTrans" cxnId="{3456355A-AA66-46BC-9877-72F08E516CFB}">
      <dgm:prSet/>
      <dgm:spPr/>
      <dgm:t>
        <a:bodyPr/>
        <a:lstStyle/>
        <a:p>
          <a:endParaRPr lang="en-US"/>
        </a:p>
      </dgm:t>
    </dgm:pt>
    <dgm:pt modelId="{3248AEB7-6675-4D94-8836-A4BAA91113D2}" type="sibTrans" cxnId="{3456355A-AA66-46BC-9877-72F08E516CFB}">
      <dgm:prSet/>
      <dgm:spPr/>
      <dgm:t>
        <a:bodyPr/>
        <a:lstStyle/>
        <a:p>
          <a:endParaRPr lang="en-US"/>
        </a:p>
      </dgm:t>
    </dgm:pt>
    <dgm:pt modelId="{3D5964F4-CA54-4E0B-94B8-230CEDA2C55D}" type="pres">
      <dgm:prSet presAssocID="{0DCB4F50-A77D-4C76-8274-BBF400F85A4D}" presName="hierChild1" presStyleCnt="0">
        <dgm:presLayoutVars>
          <dgm:chPref val="1"/>
          <dgm:dir/>
          <dgm:animOne val="branch"/>
          <dgm:animLvl val="lvl"/>
          <dgm:resizeHandles/>
        </dgm:presLayoutVars>
      </dgm:prSet>
      <dgm:spPr/>
      <dgm:t>
        <a:bodyPr/>
        <a:lstStyle/>
        <a:p>
          <a:endParaRPr lang="en-US"/>
        </a:p>
      </dgm:t>
    </dgm:pt>
    <dgm:pt modelId="{5BEEB2CA-54EA-4C39-8349-CDB340FD9532}" type="pres">
      <dgm:prSet presAssocID="{141A721B-0D7A-4CB2-B6E7-D0A63A82A9A5}" presName="hierRoot1" presStyleCnt="0"/>
      <dgm:spPr/>
    </dgm:pt>
    <dgm:pt modelId="{70EB716E-BE84-40A5-9419-73CB09BB13F1}" type="pres">
      <dgm:prSet presAssocID="{141A721B-0D7A-4CB2-B6E7-D0A63A82A9A5}" presName="composite" presStyleCnt="0"/>
      <dgm:spPr/>
    </dgm:pt>
    <dgm:pt modelId="{8ACBBB83-E6B8-47A5-AAA0-0D4DA60569F9}" type="pres">
      <dgm:prSet presAssocID="{141A721B-0D7A-4CB2-B6E7-D0A63A82A9A5}" presName="background" presStyleLbl="node0" presStyleIdx="0" presStyleCnt="2"/>
      <dgm:spPr/>
    </dgm:pt>
    <dgm:pt modelId="{3F335489-3EC2-462C-B736-F6148C6EE9CC}" type="pres">
      <dgm:prSet presAssocID="{141A721B-0D7A-4CB2-B6E7-D0A63A82A9A5}" presName="text" presStyleLbl="fgAcc0" presStyleIdx="0" presStyleCnt="2">
        <dgm:presLayoutVars>
          <dgm:chPref val="3"/>
        </dgm:presLayoutVars>
      </dgm:prSet>
      <dgm:spPr/>
      <dgm:t>
        <a:bodyPr/>
        <a:lstStyle/>
        <a:p>
          <a:endParaRPr lang="en-US"/>
        </a:p>
      </dgm:t>
    </dgm:pt>
    <dgm:pt modelId="{FD0C1F23-4A4A-4369-9D4A-E285BED0C761}" type="pres">
      <dgm:prSet presAssocID="{141A721B-0D7A-4CB2-B6E7-D0A63A82A9A5}" presName="hierChild2" presStyleCnt="0"/>
      <dgm:spPr/>
    </dgm:pt>
    <dgm:pt modelId="{97D846F3-E818-4FBB-954A-59F27764F896}" type="pres">
      <dgm:prSet presAssocID="{8FB42C06-9C9E-4D96-8F53-0B7199DE4A00}" presName="hierRoot1" presStyleCnt="0"/>
      <dgm:spPr/>
    </dgm:pt>
    <dgm:pt modelId="{791DE4E7-06C0-4B75-855E-965871641AD5}" type="pres">
      <dgm:prSet presAssocID="{8FB42C06-9C9E-4D96-8F53-0B7199DE4A00}" presName="composite" presStyleCnt="0"/>
      <dgm:spPr/>
    </dgm:pt>
    <dgm:pt modelId="{CF7074C2-97A1-402A-B012-9B3D2D6AA33B}" type="pres">
      <dgm:prSet presAssocID="{8FB42C06-9C9E-4D96-8F53-0B7199DE4A00}" presName="background" presStyleLbl="node0" presStyleIdx="1" presStyleCnt="2"/>
      <dgm:spPr/>
    </dgm:pt>
    <dgm:pt modelId="{554DB303-B8B8-43B9-B5A8-EBC57567507D}" type="pres">
      <dgm:prSet presAssocID="{8FB42C06-9C9E-4D96-8F53-0B7199DE4A00}" presName="text" presStyleLbl="fgAcc0" presStyleIdx="1" presStyleCnt="2">
        <dgm:presLayoutVars>
          <dgm:chPref val="3"/>
        </dgm:presLayoutVars>
      </dgm:prSet>
      <dgm:spPr/>
      <dgm:t>
        <a:bodyPr/>
        <a:lstStyle/>
        <a:p>
          <a:endParaRPr lang="en-US"/>
        </a:p>
      </dgm:t>
    </dgm:pt>
    <dgm:pt modelId="{F29C66B6-58FA-4A8B-A229-72FEBEE1F6B2}" type="pres">
      <dgm:prSet presAssocID="{8FB42C06-9C9E-4D96-8F53-0B7199DE4A00}" presName="hierChild2" presStyleCnt="0"/>
      <dgm:spPr/>
    </dgm:pt>
  </dgm:ptLst>
  <dgm:cxnLst>
    <dgm:cxn modelId="{DB350A93-0B96-4215-B478-500EDF7EF482}" type="presOf" srcId="{8FB42C06-9C9E-4D96-8F53-0B7199DE4A00}" destId="{554DB303-B8B8-43B9-B5A8-EBC57567507D}" srcOrd="0" destOrd="0" presId="urn:microsoft.com/office/officeart/2005/8/layout/hierarchy1"/>
    <dgm:cxn modelId="{D3E27D83-6C00-4871-9842-18476C55043D}" type="presOf" srcId="{0DCB4F50-A77D-4C76-8274-BBF400F85A4D}" destId="{3D5964F4-CA54-4E0B-94B8-230CEDA2C55D}" srcOrd="0" destOrd="0" presId="urn:microsoft.com/office/officeart/2005/8/layout/hierarchy1"/>
    <dgm:cxn modelId="{3D00230B-4AA7-412B-A64F-9EEBCA59584F}" type="presOf" srcId="{141A721B-0D7A-4CB2-B6E7-D0A63A82A9A5}" destId="{3F335489-3EC2-462C-B736-F6148C6EE9CC}" srcOrd="0" destOrd="0" presId="urn:microsoft.com/office/officeart/2005/8/layout/hierarchy1"/>
    <dgm:cxn modelId="{0A986EE4-7491-4B47-B6E8-E2A29C53A6FE}" srcId="{0DCB4F50-A77D-4C76-8274-BBF400F85A4D}" destId="{141A721B-0D7A-4CB2-B6E7-D0A63A82A9A5}" srcOrd="0" destOrd="0" parTransId="{B68CFAC6-242B-4BD3-97E0-2224CEADEF09}" sibTransId="{09106AD6-785F-4579-A75B-AF0CFB81DD1C}"/>
    <dgm:cxn modelId="{3456355A-AA66-46BC-9877-72F08E516CFB}" srcId="{0DCB4F50-A77D-4C76-8274-BBF400F85A4D}" destId="{8FB42C06-9C9E-4D96-8F53-0B7199DE4A00}" srcOrd="1" destOrd="0" parTransId="{47DEEA00-81B2-4927-85A9-082756EF6621}" sibTransId="{3248AEB7-6675-4D94-8836-A4BAA91113D2}"/>
    <dgm:cxn modelId="{78F460D8-E90E-478B-80C3-F4F10ACEF60B}" type="presParOf" srcId="{3D5964F4-CA54-4E0B-94B8-230CEDA2C55D}" destId="{5BEEB2CA-54EA-4C39-8349-CDB340FD9532}" srcOrd="0" destOrd="0" presId="urn:microsoft.com/office/officeart/2005/8/layout/hierarchy1"/>
    <dgm:cxn modelId="{465BCBCA-158A-4224-A14A-000259B22313}" type="presParOf" srcId="{5BEEB2CA-54EA-4C39-8349-CDB340FD9532}" destId="{70EB716E-BE84-40A5-9419-73CB09BB13F1}" srcOrd="0" destOrd="0" presId="urn:microsoft.com/office/officeart/2005/8/layout/hierarchy1"/>
    <dgm:cxn modelId="{37BD5074-131B-41BB-8E41-EE0FCFB87BA5}" type="presParOf" srcId="{70EB716E-BE84-40A5-9419-73CB09BB13F1}" destId="{8ACBBB83-E6B8-47A5-AAA0-0D4DA60569F9}" srcOrd="0" destOrd="0" presId="urn:microsoft.com/office/officeart/2005/8/layout/hierarchy1"/>
    <dgm:cxn modelId="{620D1C04-8B83-4E29-9CD1-F55C1DFC0115}" type="presParOf" srcId="{70EB716E-BE84-40A5-9419-73CB09BB13F1}" destId="{3F335489-3EC2-462C-B736-F6148C6EE9CC}" srcOrd="1" destOrd="0" presId="urn:microsoft.com/office/officeart/2005/8/layout/hierarchy1"/>
    <dgm:cxn modelId="{69B0F3C9-D39F-4C8F-9A17-ECA266CC1D14}" type="presParOf" srcId="{5BEEB2CA-54EA-4C39-8349-CDB340FD9532}" destId="{FD0C1F23-4A4A-4369-9D4A-E285BED0C761}" srcOrd="1" destOrd="0" presId="urn:microsoft.com/office/officeart/2005/8/layout/hierarchy1"/>
    <dgm:cxn modelId="{55CE4FBD-6354-4603-97B6-1365323714A6}" type="presParOf" srcId="{3D5964F4-CA54-4E0B-94B8-230CEDA2C55D}" destId="{97D846F3-E818-4FBB-954A-59F27764F896}" srcOrd="1" destOrd="0" presId="urn:microsoft.com/office/officeart/2005/8/layout/hierarchy1"/>
    <dgm:cxn modelId="{22703282-85C4-4FBC-8148-62CF307B634C}" type="presParOf" srcId="{97D846F3-E818-4FBB-954A-59F27764F896}" destId="{791DE4E7-06C0-4B75-855E-965871641AD5}" srcOrd="0" destOrd="0" presId="urn:microsoft.com/office/officeart/2005/8/layout/hierarchy1"/>
    <dgm:cxn modelId="{336C9CF7-5325-4493-9B05-46A22F7C4450}" type="presParOf" srcId="{791DE4E7-06C0-4B75-855E-965871641AD5}" destId="{CF7074C2-97A1-402A-B012-9B3D2D6AA33B}" srcOrd="0" destOrd="0" presId="urn:microsoft.com/office/officeart/2005/8/layout/hierarchy1"/>
    <dgm:cxn modelId="{A2E3F4BB-DE96-47D9-81AB-235BD4DC1F72}" type="presParOf" srcId="{791DE4E7-06C0-4B75-855E-965871641AD5}" destId="{554DB303-B8B8-43B9-B5A8-EBC57567507D}" srcOrd="1" destOrd="0" presId="urn:microsoft.com/office/officeart/2005/8/layout/hierarchy1"/>
    <dgm:cxn modelId="{222B3FA8-5629-4CEB-9FE2-3436A0C1A216}" type="presParOf" srcId="{97D846F3-E818-4FBB-954A-59F27764F896}" destId="{F29C66B6-58FA-4A8B-A229-72FEBEE1F6B2}"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F820D0-682D-44BA-9541-28E96724C658}">
      <dsp:nvSpPr>
        <dsp:cNvPr id="0" name=""/>
        <dsp:cNvSpPr/>
      </dsp:nvSpPr>
      <dsp:spPr>
        <a:xfrm>
          <a:off x="907265" y="998056"/>
          <a:ext cx="982313" cy="982313"/>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2033B0-D249-4AD4-90E1-431E7449994C}">
      <dsp:nvSpPr>
        <dsp:cNvPr id="0" name=""/>
        <dsp:cNvSpPr/>
      </dsp:nvSpPr>
      <dsp:spPr>
        <a:xfrm>
          <a:off x="306963" y="2281003"/>
          <a:ext cx="218291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1022350">
            <a:lnSpc>
              <a:spcPct val="90000"/>
            </a:lnSpc>
            <a:spcBef>
              <a:spcPct val="0"/>
            </a:spcBef>
            <a:spcAft>
              <a:spcPct val="35000"/>
            </a:spcAft>
          </a:pPr>
          <a:r>
            <a:rPr lang="en-US" sz="2300" kern="1200"/>
            <a:t>By:</a:t>
          </a:r>
        </a:p>
      </dsp:txBody>
      <dsp:txXfrm>
        <a:off x="306963" y="2281003"/>
        <a:ext cx="2182919" cy="720000"/>
      </dsp:txXfrm>
    </dsp:sp>
    <dsp:sp modelId="{5FCC9DAF-2F49-4F78-91E7-746FB30695FD}">
      <dsp:nvSpPr>
        <dsp:cNvPr id="0" name=""/>
        <dsp:cNvSpPr/>
      </dsp:nvSpPr>
      <dsp:spPr>
        <a:xfrm>
          <a:off x="3472195" y="998056"/>
          <a:ext cx="982313" cy="98231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F59E4F-C2D6-4875-BE28-6E2656C837F7}">
      <dsp:nvSpPr>
        <dsp:cNvPr id="0" name=""/>
        <dsp:cNvSpPr/>
      </dsp:nvSpPr>
      <dsp:spPr>
        <a:xfrm>
          <a:off x="2871892" y="2281003"/>
          <a:ext cx="218291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1022350">
            <a:lnSpc>
              <a:spcPct val="90000"/>
            </a:lnSpc>
            <a:spcBef>
              <a:spcPct val="0"/>
            </a:spcBef>
            <a:spcAft>
              <a:spcPct val="35000"/>
            </a:spcAft>
          </a:pPr>
          <a:r>
            <a:rPr lang="en-US" sz="2300" kern="1200"/>
            <a:t>Bibi Amna</a:t>
          </a:r>
        </a:p>
      </dsp:txBody>
      <dsp:txXfrm>
        <a:off x="2871892" y="2281003"/>
        <a:ext cx="2182919" cy="720000"/>
      </dsp:txXfrm>
    </dsp:sp>
    <dsp:sp modelId="{FB181848-F102-42E2-8F47-BB9B126B964D}">
      <dsp:nvSpPr>
        <dsp:cNvPr id="0" name=""/>
        <dsp:cNvSpPr/>
      </dsp:nvSpPr>
      <dsp:spPr>
        <a:xfrm>
          <a:off x="6037125" y="998056"/>
          <a:ext cx="982313" cy="98231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246099-D8C6-4244-ABE4-4A2DEFDCE607}">
      <dsp:nvSpPr>
        <dsp:cNvPr id="0" name=""/>
        <dsp:cNvSpPr/>
      </dsp:nvSpPr>
      <dsp:spPr>
        <a:xfrm>
          <a:off x="5436822" y="2281003"/>
          <a:ext cx="218291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1022350">
            <a:lnSpc>
              <a:spcPct val="90000"/>
            </a:lnSpc>
            <a:spcBef>
              <a:spcPct val="0"/>
            </a:spcBef>
            <a:spcAft>
              <a:spcPct val="35000"/>
            </a:spcAft>
          </a:pPr>
          <a:r>
            <a:rPr lang="en-US" sz="2300" kern="1200"/>
            <a:t>Bahria University, Islamabad</a:t>
          </a:r>
        </a:p>
      </dsp:txBody>
      <dsp:txXfrm>
        <a:off x="5436822" y="2281003"/>
        <a:ext cx="2182919"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529B3E-9C9C-492E-8BDE-4E88049C2646}">
      <dsp:nvSpPr>
        <dsp:cNvPr id="0" name=""/>
        <dsp:cNvSpPr/>
      </dsp:nvSpPr>
      <dsp:spPr>
        <a:xfrm>
          <a:off x="0" y="519"/>
          <a:ext cx="8128000" cy="7458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buFont typeface="Arial" panose="020B0604020202020204" pitchFamily="34" charset="0"/>
            <a:buNone/>
          </a:pPr>
          <a:r>
            <a:rPr lang="en-US" sz="2000" kern="1200" dirty="0" smtClean="0">
              <a:solidFill>
                <a:schemeClr val="bg1"/>
              </a:solidFill>
            </a:rPr>
            <a:t>Ensures </a:t>
          </a:r>
          <a:r>
            <a:rPr lang="en-US" sz="2000" kern="1200" dirty="0">
              <a:solidFill>
                <a:schemeClr val="bg1"/>
              </a:solidFill>
            </a:rPr>
            <a:t>the approaches, techniques, methods &amp; processes designed for the projects are implemented</a:t>
          </a:r>
          <a:endParaRPr lang="en-PK" sz="2000" kern="1200" dirty="0"/>
        </a:p>
      </dsp:txBody>
      <dsp:txXfrm>
        <a:off x="36411" y="36930"/>
        <a:ext cx="8055178" cy="673053"/>
      </dsp:txXfrm>
    </dsp:sp>
    <dsp:sp modelId="{6E2CFF14-E3E8-4ECB-8E61-D2A04601673C}">
      <dsp:nvSpPr>
        <dsp:cNvPr id="0" name=""/>
        <dsp:cNvSpPr/>
      </dsp:nvSpPr>
      <dsp:spPr>
        <a:xfrm>
          <a:off x="0" y="746394"/>
          <a:ext cx="81280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31750" rIns="177800" bIns="31750" numCol="1" spcCol="1270" anchor="t" anchorCtr="0">
          <a:noAutofit/>
        </a:bodyPr>
        <a:lstStyle/>
        <a:p>
          <a:pPr marL="228600" lvl="1" indent="-228600" algn="l" defTabSz="889000">
            <a:lnSpc>
              <a:spcPct val="90000"/>
            </a:lnSpc>
            <a:spcBef>
              <a:spcPct val="0"/>
            </a:spcBef>
            <a:spcAft>
              <a:spcPct val="20000"/>
            </a:spcAft>
            <a:buChar char="••"/>
          </a:pPr>
          <a:endParaRPr lang="en-PK" sz="2000" kern="1200" dirty="0"/>
        </a:p>
      </dsp:txBody>
      <dsp:txXfrm>
        <a:off x="0" y="746394"/>
        <a:ext cx="8128000" cy="414000"/>
      </dsp:txXfrm>
    </dsp:sp>
    <dsp:sp modelId="{0D472227-871A-4C40-9C31-DB64BA45FC3E}">
      <dsp:nvSpPr>
        <dsp:cNvPr id="0" name=""/>
        <dsp:cNvSpPr/>
      </dsp:nvSpPr>
      <dsp:spPr>
        <a:xfrm>
          <a:off x="0" y="1052817"/>
          <a:ext cx="8128000" cy="7458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buFont typeface="Arial" panose="020B0604020202020204" pitchFamily="34" charset="0"/>
            <a:buNone/>
          </a:pPr>
          <a:r>
            <a:rPr lang="en-US" sz="2000" kern="1200" dirty="0" smtClean="0">
              <a:solidFill>
                <a:schemeClr val="bg1"/>
              </a:solidFill>
            </a:rPr>
            <a:t>Focus </a:t>
          </a:r>
          <a:r>
            <a:rPr lang="en-US" sz="2000" kern="1200" dirty="0">
              <a:solidFill>
                <a:schemeClr val="bg1"/>
              </a:solidFill>
            </a:rPr>
            <a:t>is on identifying flaws in process</a:t>
          </a:r>
          <a:endParaRPr lang="en-PK" sz="2000" kern="1200" dirty="0"/>
        </a:p>
      </dsp:txBody>
      <dsp:txXfrm>
        <a:off x="36411" y="1089228"/>
        <a:ext cx="8055178" cy="673053"/>
      </dsp:txXfrm>
    </dsp:sp>
    <dsp:sp modelId="{6AC11757-DAA8-4A82-8932-9170DB751627}">
      <dsp:nvSpPr>
        <dsp:cNvPr id="0" name=""/>
        <dsp:cNvSpPr/>
      </dsp:nvSpPr>
      <dsp:spPr>
        <a:xfrm>
          <a:off x="0" y="1906270"/>
          <a:ext cx="81280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31750" rIns="177800" bIns="31750" numCol="1" spcCol="1270" anchor="t" anchorCtr="0">
          <a:noAutofit/>
        </a:bodyPr>
        <a:lstStyle/>
        <a:p>
          <a:pPr marL="228600" lvl="1" indent="-228600" algn="l" defTabSz="889000">
            <a:lnSpc>
              <a:spcPct val="90000"/>
            </a:lnSpc>
            <a:spcBef>
              <a:spcPct val="0"/>
            </a:spcBef>
            <a:spcAft>
              <a:spcPct val="20000"/>
            </a:spcAft>
            <a:buFont typeface="Arial" panose="020B0604020202020204" pitchFamily="34" charset="0"/>
            <a:buChar char="••"/>
          </a:pPr>
          <a:endParaRPr lang="en-PK" sz="2000" kern="1200" dirty="0"/>
        </a:p>
      </dsp:txBody>
      <dsp:txXfrm>
        <a:off x="0" y="1906270"/>
        <a:ext cx="8128000" cy="414000"/>
      </dsp:txXfrm>
    </dsp:sp>
    <dsp:sp modelId="{4CCD88CC-D8AD-4740-B9D9-4D6B84CFBEAA}">
      <dsp:nvSpPr>
        <dsp:cNvPr id="0" name=""/>
        <dsp:cNvSpPr/>
      </dsp:nvSpPr>
      <dsp:spPr>
        <a:xfrm>
          <a:off x="0" y="2145456"/>
          <a:ext cx="8128000" cy="7458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a:solidFill>
                <a:schemeClr val="bg1"/>
              </a:solidFill>
            </a:rPr>
            <a:t>QA is proactive or preventive in nature</a:t>
          </a:r>
          <a:endParaRPr lang="en-PK" sz="2000" kern="1200" dirty="0"/>
        </a:p>
      </dsp:txBody>
      <dsp:txXfrm>
        <a:off x="36411" y="2181867"/>
        <a:ext cx="8055178" cy="673053"/>
      </dsp:txXfrm>
    </dsp:sp>
    <dsp:sp modelId="{95A8A300-6070-482C-ABC3-672F34BD4D5D}">
      <dsp:nvSpPr>
        <dsp:cNvPr id="0" name=""/>
        <dsp:cNvSpPr/>
      </dsp:nvSpPr>
      <dsp:spPr>
        <a:xfrm>
          <a:off x="0" y="3066145"/>
          <a:ext cx="8128000" cy="853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dirty="0">
              <a:solidFill>
                <a:schemeClr val="bg1"/>
              </a:solidFill>
            </a:rPr>
            <a:t>Quality assurance is a proactive process that focuses on defect prevention by progressively refining manufacturing processes, </a:t>
          </a:r>
          <a:r>
            <a:rPr lang="en-US" sz="2000" kern="1200" dirty="0" smtClean="0">
              <a:solidFill>
                <a:schemeClr val="bg1"/>
              </a:solidFill>
            </a:rPr>
            <a:t>policies</a:t>
          </a:r>
          <a:endParaRPr lang="en-PK" sz="2000" kern="1200" dirty="0"/>
        </a:p>
      </dsp:txBody>
      <dsp:txXfrm>
        <a:off x="0" y="3066145"/>
        <a:ext cx="8128000" cy="8538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28FCB5-7B8D-4938-9EF3-955A48A36EDF}">
      <dsp:nvSpPr>
        <dsp:cNvPr id="0" name=""/>
        <dsp:cNvSpPr/>
      </dsp:nvSpPr>
      <dsp:spPr>
        <a:xfrm>
          <a:off x="0" y="0"/>
          <a:ext cx="7219263" cy="945529"/>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a:t>QC activities monitor and verify finished product (e.g., executable software)</a:t>
          </a:r>
        </a:p>
      </dsp:txBody>
      <dsp:txXfrm>
        <a:off x="27694" y="27694"/>
        <a:ext cx="6119064" cy="890141"/>
      </dsp:txXfrm>
    </dsp:sp>
    <dsp:sp modelId="{292926D4-5A15-4AE1-9CF1-6F726E001A31}">
      <dsp:nvSpPr>
        <dsp:cNvPr id="0" name=""/>
        <dsp:cNvSpPr/>
      </dsp:nvSpPr>
      <dsp:spPr>
        <a:xfrm>
          <a:off x="604613" y="1117444"/>
          <a:ext cx="7219263" cy="945529"/>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a:t>Focus is on identifying defects in system</a:t>
          </a:r>
        </a:p>
      </dsp:txBody>
      <dsp:txXfrm>
        <a:off x="632307" y="1145138"/>
        <a:ext cx="5944667" cy="890141"/>
      </dsp:txXfrm>
    </dsp:sp>
    <dsp:sp modelId="{3761D1FF-D80B-4A90-AF61-BF55B2EC9068}">
      <dsp:nvSpPr>
        <dsp:cNvPr id="0" name=""/>
        <dsp:cNvSpPr/>
      </dsp:nvSpPr>
      <dsp:spPr>
        <a:xfrm>
          <a:off x="1200202" y="2234888"/>
          <a:ext cx="7219263" cy="945529"/>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a:t>QC is reactive in nature</a:t>
          </a:r>
        </a:p>
      </dsp:txBody>
      <dsp:txXfrm>
        <a:off x="1227896" y="2262582"/>
        <a:ext cx="5953691" cy="890141"/>
      </dsp:txXfrm>
    </dsp:sp>
    <dsp:sp modelId="{0D862850-E40A-4B43-8C23-B506F2A31E96}">
      <dsp:nvSpPr>
        <dsp:cNvPr id="0" name=""/>
        <dsp:cNvSpPr/>
      </dsp:nvSpPr>
      <dsp:spPr>
        <a:xfrm>
          <a:off x="1217961" y="3177400"/>
          <a:ext cx="7219263" cy="945529"/>
        </a:xfrm>
        <a:prstGeom prst="roundRect">
          <a:avLst>
            <a:gd name="adj" fmla="val 10000"/>
          </a:avLst>
        </a:prstGeom>
        <a:no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lvl="0" algn="l" defTabSz="844550">
            <a:lnSpc>
              <a:spcPct val="90000"/>
            </a:lnSpc>
            <a:spcBef>
              <a:spcPct val="0"/>
            </a:spcBef>
            <a:spcAft>
              <a:spcPct val="35000"/>
            </a:spcAft>
          </a:pPr>
          <a:r>
            <a:rPr lang="en-US" sz="1900" kern="1200" dirty="0"/>
            <a:t>Quality control is a reactive process that focuses on effectively identifying defects in completed products before they can be shipped to customers.</a:t>
          </a:r>
        </a:p>
      </dsp:txBody>
      <dsp:txXfrm>
        <a:off x="1245655" y="3205094"/>
        <a:ext cx="5944667" cy="890141"/>
      </dsp:txXfrm>
    </dsp:sp>
    <dsp:sp modelId="{6B59E815-AE27-480F-BA24-D906CB33458A}">
      <dsp:nvSpPr>
        <dsp:cNvPr id="0" name=""/>
        <dsp:cNvSpPr/>
      </dsp:nvSpPr>
      <dsp:spPr>
        <a:xfrm>
          <a:off x="6604668" y="724189"/>
          <a:ext cx="614594" cy="614594"/>
        </a:xfrm>
        <a:prstGeom prst="downArrow">
          <a:avLst>
            <a:gd name="adj1" fmla="val 55000"/>
            <a:gd name="adj2" fmla="val 45000"/>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endParaRPr lang="en-US" sz="2000" kern="1200"/>
        </a:p>
      </dsp:txBody>
      <dsp:txXfrm>
        <a:off x="6742952" y="724189"/>
        <a:ext cx="338026" cy="462482"/>
      </dsp:txXfrm>
    </dsp:sp>
    <dsp:sp modelId="{8769BD46-364D-4D39-BC56-FC1A4BF4F047}">
      <dsp:nvSpPr>
        <dsp:cNvPr id="0" name=""/>
        <dsp:cNvSpPr/>
      </dsp:nvSpPr>
      <dsp:spPr>
        <a:xfrm>
          <a:off x="7209282" y="1841634"/>
          <a:ext cx="614594" cy="614594"/>
        </a:xfrm>
        <a:prstGeom prst="downArrow">
          <a:avLst>
            <a:gd name="adj1" fmla="val 55000"/>
            <a:gd name="adj2" fmla="val 45000"/>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endParaRPr lang="en-US" sz="2000" kern="1200"/>
        </a:p>
      </dsp:txBody>
      <dsp:txXfrm>
        <a:off x="7347566" y="1841634"/>
        <a:ext cx="338026" cy="462482"/>
      </dsp:txXfrm>
    </dsp:sp>
    <dsp:sp modelId="{3D173D1E-1BBD-429F-92C9-F6FD21BB4DD2}">
      <dsp:nvSpPr>
        <dsp:cNvPr id="0" name=""/>
        <dsp:cNvSpPr/>
      </dsp:nvSpPr>
      <dsp:spPr>
        <a:xfrm>
          <a:off x="7804871" y="2959078"/>
          <a:ext cx="614594" cy="614594"/>
        </a:xfrm>
        <a:prstGeom prst="downArrow">
          <a:avLst>
            <a:gd name="adj1" fmla="val 55000"/>
            <a:gd name="adj2" fmla="val 45000"/>
          </a:avLst>
        </a:prstGeom>
        <a:noFill/>
        <a:ln w="6350" cap="flat" cmpd="sng" algn="ctr">
          <a:no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lvl="0" algn="ctr" defTabSz="1289050">
            <a:lnSpc>
              <a:spcPct val="90000"/>
            </a:lnSpc>
            <a:spcBef>
              <a:spcPct val="0"/>
            </a:spcBef>
            <a:spcAft>
              <a:spcPct val="35000"/>
            </a:spcAft>
          </a:pPr>
          <a:endParaRPr lang="en-US" sz="2900" kern="1200"/>
        </a:p>
      </dsp:txBody>
      <dsp:txXfrm>
        <a:off x="7943155" y="2959078"/>
        <a:ext cx="338026" cy="4624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CBBB83-E6B8-47A5-AAA0-0D4DA60569F9}">
      <dsp:nvSpPr>
        <dsp:cNvPr id="0" name=""/>
        <dsp:cNvSpPr/>
      </dsp:nvSpPr>
      <dsp:spPr>
        <a:xfrm>
          <a:off x="1339" y="77516"/>
          <a:ext cx="4701480" cy="2985440"/>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3F335489-3EC2-462C-B736-F6148C6EE9CC}">
      <dsp:nvSpPr>
        <dsp:cNvPr id="0" name=""/>
        <dsp:cNvSpPr/>
      </dsp:nvSpPr>
      <dsp:spPr>
        <a:xfrm>
          <a:off x="523726" y="573783"/>
          <a:ext cx="4701480" cy="2985440"/>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i="0" kern="1200" dirty="0"/>
            <a:t>Therac-25 Radiation Therapy Machine Failure: </a:t>
          </a:r>
          <a:endParaRPr lang="en-US" sz="2400" kern="1200" dirty="0"/>
        </a:p>
      </dsp:txBody>
      <dsp:txXfrm>
        <a:off x="611167" y="661224"/>
        <a:ext cx="4526598" cy="2810558"/>
      </dsp:txXfrm>
    </dsp:sp>
    <dsp:sp modelId="{CF7074C2-97A1-402A-B012-9B3D2D6AA33B}">
      <dsp:nvSpPr>
        <dsp:cNvPr id="0" name=""/>
        <dsp:cNvSpPr/>
      </dsp:nvSpPr>
      <dsp:spPr>
        <a:xfrm>
          <a:off x="5747593" y="77516"/>
          <a:ext cx="4701480" cy="2985440"/>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554DB303-B8B8-43B9-B5A8-EBC57567507D}">
      <dsp:nvSpPr>
        <dsp:cNvPr id="0" name=""/>
        <dsp:cNvSpPr/>
      </dsp:nvSpPr>
      <dsp:spPr>
        <a:xfrm>
          <a:off x="6269980" y="573783"/>
          <a:ext cx="4701480" cy="2985440"/>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0" i="0" kern="1200" dirty="0"/>
            <a:t>Due to poor software quality assurance, a malfunction led to overdoses of radiation, causing severe injuries and deaths. This highlights the importance of rigorous software testing and quality control.</a:t>
          </a:r>
          <a:endParaRPr lang="en-US" sz="2400" kern="1200" dirty="0"/>
        </a:p>
      </dsp:txBody>
      <dsp:txXfrm>
        <a:off x="6357421" y="661224"/>
        <a:ext cx="4526598" cy="2810558"/>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1">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8B6C54E-D314-E2A8-F6E2-3F1756DC318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1C5B45F2-744F-40D1-9958-B7D0A5BBBA10}" type="datetimeFigureOut">
              <a:rPr lang="en-US"/>
              <a:pPr>
                <a:defRPr/>
              </a:pPr>
              <a:t>06-Sep-26</a:t>
            </a:fld>
            <a:endParaRPr lang="en-US" dirty="0"/>
          </a:p>
        </p:txBody>
      </p:sp>
      <p:sp>
        <p:nvSpPr>
          <p:cNvPr id="6" name="Slide Number Placeholder 5">
            <a:extLst>
              <a:ext uri="{FF2B5EF4-FFF2-40B4-BE49-F238E27FC236}">
                <a16:creationId xmlns:a16="http://schemas.microsoft.com/office/drawing/2014/main" id="{EF7B2EE6-BDBD-FF93-0B5C-D11BB45DAFA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09E231C8-000F-4CE7-B07D-7BAC6A52429D}" type="slidenum">
              <a:rPr lang="en-US"/>
              <a:pPr>
                <a:defRPr/>
              </a:pPr>
              <a:t>‹#›</a:t>
            </a:fld>
            <a:endParaRPr lang="en-US" dirty="0"/>
          </a:p>
        </p:txBody>
      </p:sp>
      <p:sp>
        <p:nvSpPr>
          <p:cNvPr id="7" name="Footer Placeholder 6">
            <a:extLst>
              <a:ext uri="{FF2B5EF4-FFF2-40B4-BE49-F238E27FC236}">
                <a16:creationId xmlns:a16="http://schemas.microsoft.com/office/drawing/2014/main" id="{396501EA-20A8-FB47-75F7-FFCA4363679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dirty="0">
                <a:latin typeface="+mn-lt"/>
              </a:defRPr>
            </a:lvl1pPr>
          </a:lstStyle>
          <a:p>
            <a:pPr>
              <a:defRPr/>
            </a:pPr>
            <a:endParaRPr lang="en-US"/>
          </a:p>
        </p:txBody>
      </p:sp>
      <p:sp>
        <p:nvSpPr>
          <p:cNvPr id="8" name="Header Placeholder 7">
            <a:extLst>
              <a:ext uri="{FF2B5EF4-FFF2-40B4-BE49-F238E27FC236}">
                <a16:creationId xmlns:a16="http://schemas.microsoft.com/office/drawing/2014/main" id="{97984D4B-27CF-6079-6035-BA4A945D0B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dirty="0">
                <a:latin typeface="+mn-lt"/>
              </a:defRPr>
            </a:lvl1pPr>
          </a:lstStyle>
          <a:p>
            <a:pPr>
              <a:defRPr/>
            </a:pPr>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9CF0A7-0773-D96F-7FB7-066751A5CB1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dirty="0">
                <a:latin typeface="+mn-lt"/>
              </a:defRPr>
            </a:lvl1pPr>
          </a:lstStyle>
          <a:p>
            <a:pPr>
              <a:defRPr/>
            </a:pPr>
            <a:endParaRPr lang="en-US"/>
          </a:p>
        </p:txBody>
      </p:sp>
      <p:sp>
        <p:nvSpPr>
          <p:cNvPr id="3" name="Date Placeholder 2">
            <a:extLst>
              <a:ext uri="{FF2B5EF4-FFF2-40B4-BE49-F238E27FC236}">
                <a16:creationId xmlns:a16="http://schemas.microsoft.com/office/drawing/2014/main" id="{A8C367AC-B7BD-EA9C-4143-5B92EF51DC8F}"/>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05D36981-4AD5-4148-B5E5-4310F2EB635D}" type="datetimeFigureOut">
              <a:rPr lang="en-US"/>
              <a:pPr>
                <a:defRPr/>
              </a:pPr>
              <a:t>06-Sep-26</a:t>
            </a:fld>
            <a:endParaRPr lang="en-US" dirty="0"/>
          </a:p>
        </p:txBody>
      </p:sp>
      <p:sp>
        <p:nvSpPr>
          <p:cNvPr id="4" name="Slide Image Placeholder 3">
            <a:extLst>
              <a:ext uri="{FF2B5EF4-FFF2-40B4-BE49-F238E27FC236}">
                <a16:creationId xmlns:a16="http://schemas.microsoft.com/office/drawing/2014/main" id="{F5AFC144-82BB-85F4-99D1-2DD7FFDDAE71}"/>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FD049FC3-2142-C434-EFE9-CA6D27BCE49B}"/>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31237217-9B8D-D781-CF7F-C9E34CB41A0F}"/>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dirty="0">
                <a:latin typeface="+mn-lt"/>
              </a:defRPr>
            </a:lvl1pPr>
          </a:lstStyle>
          <a:p>
            <a:pPr>
              <a:defRPr/>
            </a:pPr>
            <a:endParaRPr lang="en-US"/>
          </a:p>
        </p:txBody>
      </p:sp>
      <p:sp>
        <p:nvSpPr>
          <p:cNvPr id="7" name="Slide Number Placeholder 6">
            <a:extLst>
              <a:ext uri="{FF2B5EF4-FFF2-40B4-BE49-F238E27FC236}">
                <a16:creationId xmlns:a16="http://schemas.microsoft.com/office/drawing/2014/main" id="{587B8BC3-5928-2911-9B88-3DDE8B5ED96F}"/>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C2788948-F3F6-4639-9B27-357256AE256C}"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0EE7368A-21FB-2959-0CEE-7D39947AFA8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a:extLst>
              <a:ext uri="{FF2B5EF4-FFF2-40B4-BE49-F238E27FC236}">
                <a16:creationId xmlns:a16="http://schemas.microsoft.com/office/drawing/2014/main" id="{E97C5825-00F9-C53F-16FE-E6B4DF23C8D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PK" altLang="en-PK"/>
          </a:p>
        </p:txBody>
      </p:sp>
      <p:sp>
        <p:nvSpPr>
          <p:cNvPr id="18436" name="Slide Number Placeholder 3">
            <a:extLst>
              <a:ext uri="{FF2B5EF4-FFF2-40B4-BE49-F238E27FC236}">
                <a16:creationId xmlns:a16="http://schemas.microsoft.com/office/drawing/2014/main" id="{31BED89B-F375-1224-3FC9-A398D1ACF3E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ct val="0"/>
              </a:spcAft>
            </a:pPr>
            <a:fld id="{49C89EFF-892E-43EA-964A-C217F11681FA}" type="slidenum">
              <a:rPr lang="en-US" altLang="en-PK">
                <a:latin typeface="Calibri" panose="020F0502020204030204" pitchFamily="34" charset="0"/>
              </a:rPr>
              <a:pPr fontAlgn="base">
                <a:spcBef>
                  <a:spcPct val="0"/>
                </a:spcBef>
                <a:spcAft>
                  <a:spcPct val="0"/>
                </a:spcAft>
              </a:pPr>
              <a:t>1</a:t>
            </a:fld>
            <a:endParaRPr lang="en-US" altLang="en-PK">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970F5C06-2E3C-B6EA-BCFB-ACCE40F14FB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6F746055-85D5-87B9-B2E0-25DD193D346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PK" altLang="en-PK"/>
          </a:p>
        </p:txBody>
      </p:sp>
      <p:sp>
        <p:nvSpPr>
          <p:cNvPr id="22532" name="Slide Number Placeholder 3">
            <a:extLst>
              <a:ext uri="{FF2B5EF4-FFF2-40B4-BE49-F238E27FC236}">
                <a16:creationId xmlns:a16="http://schemas.microsoft.com/office/drawing/2014/main" id="{52940205-5E69-A1E6-A409-53278A3960F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ct val="0"/>
              </a:spcAft>
            </a:pPr>
            <a:fld id="{DF6025A7-40EA-48A1-A1D1-D707D709111F}" type="slidenum">
              <a:rPr lang="en-US" altLang="en-PK">
                <a:latin typeface="Calibri" panose="020F0502020204030204" pitchFamily="34" charset="0"/>
              </a:rPr>
              <a:pPr fontAlgn="base">
                <a:spcBef>
                  <a:spcPct val="0"/>
                </a:spcBef>
                <a:spcAft>
                  <a:spcPct val="0"/>
                </a:spcAft>
              </a:pPr>
              <a:t>4</a:t>
            </a:fld>
            <a:endParaRPr lang="en-US" altLang="en-PK">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D5DB596A-AB7F-E074-4EA4-37E2CDABD55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a:extLst>
              <a:ext uri="{FF2B5EF4-FFF2-40B4-BE49-F238E27FC236}">
                <a16:creationId xmlns:a16="http://schemas.microsoft.com/office/drawing/2014/main" id="{66CC18F2-3F9C-6C0F-D95D-25EF8BDA974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PK" altLang="en-PK"/>
          </a:p>
        </p:txBody>
      </p:sp>
      <p:sp>
        <p:nvSpPr>
          <p:cNvPr id="24580" name="Slide Number Placeholder 3">
            <a:extLst>
              <a:ext uri="{FF2B5EF4-FFF2-40B4-BE49-F238E27FC236}">
                <a16:creationId xmlns:a16="http://schemas.microsoft.com/office/drawing/2014/main" id="{E585B2AB-57D7-C0A9-99CC-FB77573C684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ct val="0"/>
              </a:spcAft>
            </a:pPr>
            <a:fld id="{1C4E5158-F9ED-4184-84D6-2D89A80F4C0A}" type="slidenum">
              <a:rPr lang="en-US" altLang="en-PK">
                <a:latin typeface="Calibri" panose="020F0502020204030204" pitchFamily="34" charset="0"/>
              </a:rPr>
              <a:pPr fontAlgn="base">
                <a:spcBef>
                  <a:spcPct val="0"/>
                </a:spcBef>
                <a:spcAft>
                  <a:spcPct val="0"/>
                </a:spcAft>
              </a:pPr>
              <a:t>5</a:t>
            </a:fld>
            <a:endParaRPr lang="en-US" altLang="en-PK">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2F7EAB57-C62E-3931-4FBE-7619B576FA0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a:extLst>
              <a:ext uri="{FF2B5EF4-FFF2-40B4-BE49-F238E27FC236}">
                <a16:creationId xmlns:a16="http://schemas.microsoft.com/office/drawing/2014/main" id="{78768302-8F81-1DE2-195F-2FEBDB8C743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PK" altLang="en-PK"/>
          </a:p>
        </p:txBody>
      </p:sp>
      <p:sp>
        <p:nvSpPr>
          <p:cNvPr id="27652" name="Slide Number Placeholder 3">
            <a:extLst>
              <a:ext uri="{FF2B5EF4-FFF2-40B4-BE49-F238E27FC236}">
                <a16:creationId xmlns:a16="http://schemas.microsoft.com/office/drawing/2014/main" id="{454FF407-FCD1-2E5B-5EEF-BCA8F7703A1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ct val="0"/>
              </a:spcAft>
            </a:pPr>
            <a:fld id="{5C67B0EB-5BC8-4B7F-AAA7-C40C88CED8CA}" type="slidenum">
              <a:rPr lang="en-US" altLang="en-PK">
                <a:latin typeface="Calibri" panose="020F0502020204030204" pitchFamily="34" charset="0"/>
              </a:rPr>
              <a:pPr fontAlgn="base">
                <a:spcBef>
                  <a:spcPct val="0"/>
                </a:spcBef>
                <a:spcAft>
                  <a:spcPct val="0"/>
                </a:spcAft>
              </a:pPr>
              <a:t>7</a:t>
            </a:fld>
            <a:endParaRPr lang="en-US" altLang="en-PK">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C84AB4EB-1740-B664-B001-25DA8498736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a:extLst>
              <a:ext uri="{FF2B5EF4-FFF2-40B4-BE49-F238E27FC236}">
                <a16:creationId xmlns:a16="http://schemas.microsoft.com/office/drawing/2014/main" id="{E24AF7B7-905B-7958-7F26-949A4F92981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PK" altLang="en-PK"/>
          </a:p>
        </p:txBody>
      </p:sp>
      <p:sp>
        <p:nvSpPr>
          <p:cNvPr id="44036" name="Slide Number Placeholder 3">
            <a:extLst>
              <a:ext uri="{FF2B5EF4-FFF2-40B4-BE49-F238E27FC236}">
                <a16:creationId xmlns:a16="http://schemas.microsoft.com/office/drawing/2014/main" id="{5B5383FE-E069-5EE3-53DD-A76E26DF3CB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ct val="0"/>
              </a:spcAft>
            </a:pPr>
            <a:fld id="{5F21E3C1-7F22-4597-9755-3A0BE98E5C86}" type="slidenum">
              <a:rPr lang="en-US" altLang="en-PK">
                <a:latin typeface="Calibri" panose="020F0502020204030204" pitchFamily="34" charset="0"/>
              </a:rPr>
              <a:pPr fontAlgn="base">
                <a:spcBef>
                  <a:spcPct val="0"/>
                </a:spcBef>
                <a:spcAft>
                  <a:spcPct val="0"/>
                </a:spcAft>
              </a:pPr>
              <a:t>21</a:t>
            </a:fld>
            <a:endParaRPr lang="en-US" altLang="en-PK">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grpSp>
        <p:nvGrpSpPr>
          <p:cNvPr id="3" name="Group 1">
            <a:extLst>
              <a:ext uri="{FF2B5EF4-FFF2-40B4-BE49-F238E27FC236}">
                <a16:creationId xmlns:a16="http://schemas.microsoft.com/office/drawing/2014/main" id="{AD093831-F8FB-60AF-4913-2DDBC3185494}"/>
              </a:ext>
              <a:ext uri="{C183D7F6-B498-43B3-948B-1728B52AA6E4}">
                <adec:decorative xmlns:adec="http://schemas.microsoft.com/office/drawing/2017/decorative" xmlns="" val="1"/>
              </a:ext>
            </a:extLst>
          </p:cNvPr>
          <p:cNvGrpSpPr>
            <a:grpSpLocks/>
          </p:cNvGrpSpPr>
          <p:nvPr userDrawn="1"/>
        </p:nvGrpSpPr>
        <p:grpSpPr bwMode="auto">
          <a:xfrm>
            <a:off x="0" y="758825"/>
            <a:ext cx="6099175" cy="6099175"/>
            <a:chOff x="0" y="12289"/>
            <a:chExt cx="3550" cy="3551"/>
          </a:xfrm>
        </p:grpSpPr>
        <p:sp>
          <p:nvSpPr>
            <p:cNvPr id="4" name="Freeform 9">
              <a:extLst>
                <a:ext uri="{FF2B5EF4-FFF2-40B4-BE49-F238E27FC236}">
                  <a16:creationId xmlns:a16="http://schemas.microsoft.com/office/drawing/2014/main" id="{80A3B589-8ED6-340F-7EE1-C221F78151EC}"/>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p:spPr>
          <p:txBody>
            <a:bodyPr upright="1"/>
            <a:lstStyle/>
            <a:p>
              <a:pPr eaLnBrk="1" fontAlgn="auto" hangingPunct="1">
                <a:spcBef>
                  <a:spcPts val="0"/>
                </a:spcBef>
                <a:spcAft>
                  <a:spcPts val="0"/>
                </a:spcAft>
                <a:defRPr/>
              </a:pPr>
              <a:endParaRPr lang="en-US" dirty="0">
                <a:latin typeface="+mn-lt"/>
              </a:endParaRPr>
            </a:p>
          </p:txBody>
        </p:sp>
        <p:sp>
          <p:nvSpPr>
            <p:cNvPr id="5" name="Freeform 10">
              <a:extLst>
                <a:ext uri="{FF2B5EF4-FFF2-40B4-BE49-F238E27FC236}">
                  <a16:creationId xmlns:a16="http://schemas.microsoft.com/office/drawing/2014/main" id="{2A877F19-8EB7-C083-0751-77C2C7023A76}"/>
                </a:ext>
              </a:extLst>
            </p:cNvPr>
            <p:cNvSpPr>
              <a:spLocks/>
            </p:cNvSpPr>
            <p:nvPr/>
          </p:nvSpPr>
          <p:spPr bwMode="auto">
            <a:xfrm>
              <a:off x="0" y="14678"/>
              <a:ext cx="1162" cy="1162"/>
            </a:xfrm>
            <a:custGeom>
              <a:avLst/>
              <a:gdLst>
                <a:gd name="T0" fmla="*/ 0 w 1162"/>
                <a:gd name="T1" fmla="*/ 14679 h 1162"/>
                <a:gd name="T2" fmla="*/ 0 w 1162"/>
                <a:gd name="T3" fmla="*/ 15840 h 1162"/>
                <a:gd name="T4" fmla="*/ 1161 w 1162"/>
                <a:gd name="T5" fmla="*/ 15840 h 1162"/>
                <a:gd name="T6" fmla="*/ 0 w 1162"/>
                <a:gd name="T7" fmla="*/ 14679 h 1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PK"/>
            </a:p>
          </p:txBody>
        </p:sp>
        <p:sp>
          <p:nvSpPr>
            <p:cNvPr id="6" name="Freeform 11">
              <a:extLst>
                <a:ext uri="{FF2B5EF4-FFF2-40B4-BE49-F238E27FC236}">
                  <a16:creationId xmlns:a16="http://schemas.microsoft.com/office/drawing/2014/main" id="{0DE06DD4-80B3-14E2-12AA-424A9E24510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p:spPr>
          <p:txBody>
            <a:bodyPr upright="1"/>
            <a:lstStyle/>
            <a:p>
              <a:pPr eaLnBrk="1" fontAlgn="auto" hangingPunct="1">
                <a:spcBef>
                  <a:spcPts val="0"/>
                </a:spcBef>
                <a:spcAft>
                  <a:spcPts val="0"/>
                </a:spcAft>
                <a:defRPr/>
              </a:pPr>
              <a:endParaRPr lang="en-US" dirty="0">
                <a:latin typeface="+mn-lt"/>
              </a:endParaRPr>
            </a:p>
          </p:txBody>
        </p:sp>
      </p:grpSp>
      <p:cxnSp>
        <p:nvCxnSpPr>
          <p:cNvPr id="7" name="Straight Connector 6" descr="&quot;&quot;">
            <a:extLst>
              <a:ext uri="{FF2B5EF4-FFF2-40B4-BE49-F238E27FC236}">
                <a16:creationId xmlns:a16="http://schemas.microsoft.com/office/drawing/2014/main" id="{58724F3F-4E80-F97C-8781-67526FB554A7}"/>
              </a:ext>
            </a:extLst>
          </p:cNvPr>
          <p:cNvCxnSpPr>
            <a:cxnSpLocks/>
          </p:cNvCxnSpPr>
          <p:nvPr userDrawn="1"/>
        </p:nvCxnSpPr>
        <p:spPr>
          <a:xfrm>
            <a:off x="6308725" y="3949700"/>
            <a:ext cx="2133600" cy="4763"/>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ctrTitle"/>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edit Master title style</a:t>
            </a:r>
            <a:endParaRPr lang="en-US" dirty="0"/>
          </a:p>
        </p:txBody>
      </p:sp>
    </p:spTree>
    <p:extLst>
      <p:ext uri="{BB962C8B-B14F-4D97-AF65-F5344CB8AC3E}">
        <p14:creationId xmlns:p14="http://schemas.microsoft.com/office/powerpoint/2010/main" val="3687411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3" name="Group 1">
            <a:extLst>
              <a:ext uri="{FF2B5EF4-FFF2-40B4-BE49-F238E27FC236}">
                <a16:creationId xmlns:a16="http://schemas.microsoft.com/office/drawing/2014/main" id="{DDB2D224-C079-F679-123B-18A70D486E77}"/>
              </a:ext>
              <a:ext uri="{C183D7F6-B498-43B3-948B-1728B52AA6E4}">
                <adec:decorative xmlns:adec="http://schemas.microsoft.com/office/drawing/2017/decorative" xmlns="" val="1"/>
              </a:ext>
            </a:extLst>
          </p:cNvPr>
          <p:cNvGrpSpPr>
            <a:grpSpLocks/>
          </p:cNvGrpSpPr>
          <p:nvPr userDrawn="1"/>
        </p:nvGrpSpPr>
        <p:grpSpPr bwMode="auto">
          <a:xfrm>
            <a:off x="6362700" y="0"/>
            <a:ext cx="5829300" cy="3235325"/>
            <a:chOff x="5612972" y="1"/>
            <a:chExt cx="6615961" cy="3672246"/>
          </a:xfrm>
        </p:grpSpPr>
        <p:sp>
          <p:nvSpPr>
            <p:cNvPr id="4" name="AutoShape 24">
              <a:extLst>
                <a:ext uri="{FF2B5EF4-FFF2-40B4-BE49-F238E27FC236}">
                  <a16:creationId xmlns:a16="http://schemas.microsoft.com/office/drawing/2014/main" id="{07A28070-17DA-76D5-ABC7-B5896E5781FC}"/>
                </a:ext>
              </a:extLst>
            </p:cNvPr>
            <p:cNvSpPr>
              <a:spLocks/>
            </p:cNvSpPr>
            <p:nvPr/>
          </p:nvSpPr>
          <p:spPr bwMode="auto">
            <a:xfrm>
              <a:off x="5612972" y="1"/>
              <a:ext cx="4408840"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upright="1"/>
            <a:lstStyle/>
            <a:p>
              <a:pPr eaLnBrk="1" fontAlgn="auto" hangingPunct="1">
                <a:spcBef>
                  <a:spcPts val="0"/>
                </a:spcBef>
                <a:spcAft>
                  <a:spcPts val="0"/>
                </a:spcAft>
                <a:defRPr/>
              </a:pPr>
              <a:endParaRPr lang="en-US" dirty="0">
                <a:latin typeface="+mn-lt"/>
              </a:endParaRPr>
            </a:p>
          </p:txBody>
        </p:sp>
        <p:sp>
          <p:nvSpPr>
            <p:cNvPr id="5" name="Freeform 7">
              <a:extLst>
                <a:ext uri="{FF2B5EF4-FFF2-40B4-BE49-F238E27FC236}">
                  <a16:creationId xmlns:a16="http://schemas.microsoft.com/office/drawing/2014/main" id="{3CE44A03-12D1-FA8F-1D17-8F3490C6E76E}"/>
                </a:ext>
              </a:extLst>
            </p:cNvPr>
            <p:cNvSpPr>
              <a:spLocks/>
            </p:cNvSpPr>
            <p:nvPr/>
          </p:nvSpPr>
          <p:spPr bwMode="auto">
            <a:xfrm>
              <a:off x="6340872" y="1463133"/>
              <a:ext cx="2208924" cy="2209114"/>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p:spPr>
          <p:txBody>
            <a:bodyPr upright="1"/>
            <a:lstStyle/>
            <a:p>
              <a:pPr eaLnBrk="1" fontAlgn="auto" hangingPunct="1">
                <a:spcBef>
                  <a:spcPts val="0"/>
                </a:spcBef>
                <a:spcAft>
                  <a:spcPts val="0"/>
                </a:spcAft>
                <a:defRPr/>
              </a:pPr>
              <a:endParaRPr lang="en-US" dirty="0">
                <a:latin typeface="+mn-lt"/>
              </a:endParaRPr>
            </a:p>
          </p:txBody>
        </p:sp>
        <p:sp>
          <p:nvSpPr>
            <p:cNvPr id="6" name="Freeform 8">
              <a:extLst>
                <a:ext uri="{FF2B5EF4-FFF2-40B4-BE49-F238E27FC236}">
                  <a16:creationId xmlns:a16="http://schemas.microsoft.com/office/drawing/2014/main" id="{9D201C49-350D-A846-4144-2BCA3AE07377}"/>
                </a:ext>
              </a:extLst>
            </p:cNvPr>
            <p:cNvSpPr>
              <a:spLocks/>
            </p:cNvSpPr>
            <p:nvPr/>
          </p:nvSpPr>
          <p:spPr bwMode="auto">
            <a:xfrm>
              <a:off x="8555201" y="1"/>
              <a:ext cx="1457601" cy="729765"/>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p:spPr>
          <p:txBody>
            <a:bodyPr upright="1"/>
            <a:lstStyle/>
            <a:p>
              <a:pPr eaLnBrk="1" fontAlgn="auto" hangingPunct="1">
                <a:spcBef>
                  <a:spcPts val="0"/>
                </a:spcBef>
                <a:spcAft>
                  <a:spcPts val="0"/>
                </a:spcAft>
                <a:defRPr/>
              </a:pPr>
              <a:endParaRPr lang="en-US" dirty="0">
                <a:latin typeface="+mn-lt"/>
              </a:endParaRPr>
            </a:p>
          </p:txBody>
        </p:sp>
        <p:sp>
          <p:nvSpPr>
            <p:cNvPr id="7" name="Freeform 9">
              <a:extLst>
                <a:ext uri="{FF2B5EF4-FFF2-40B4-BE49-F238E27FC236}">
                  <a16:creationId xmlns:a16="http://schemas.microsoft.com/office/drawing/2014/main" id="{D9298DF3-D47B-9B13-14B3-F447069D3438}"/>
                </a:ext>
              </a:extLst>
            </p:cNvPr>
            <p:cNvSpPr>
              <a:spLocks/>
            </p:cNvSpPr>
            <p:nvPr/>
          </p:nvSpPr>
          <p:spPr bwMode="auto">
            <a:xfrm>
              <a:off x="7076887" y="728289"/>
              <a:ext cx="2208196" cy="2208277"/>
            </a:xfrm>
            <a:custGeom>
              <a:avLst/>
              <a:gdLst>
                <a:gd name="T0" fmla="*/ 736887 w 1792"/>
                <a:gd name="T1" fmla="*/ 728288 h 1792"/>
                <a:gd name="T2" fmla="*/ 0 w 1792"/>
                <a:gd name="T3" fmla="*/ 1463969 h 1792"/>
                <a:gd name="T4" fmla="*/ 1472541 w 1792"/>
                <a:gd name="T5" fmla="*/ 2936565 h 1792"/>
                <a:gd name="T6" fmla="*/ 2208196 w 1792"/>
                <a:gd name="T7" fmla="*/ 2200883 h 1792"/>
                <a:gd name="T8" fmla="*/ 736887 w 1792"/>
                <a:gd name="T9" fmla="*/ 728288 h 1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PK"/>
            </a:p>
          </p:txBody>
        </p:sp>
        <p:sp>
          <p:nvSpPr>
            <p:cNvPr id="8" name="Freeform 10">
              <a:extLst>
                <a:ext uri="{FF2B5EF4-FFF2-40B4-BE49-F238E27FC236}">
                  <a16:creationId xmlns:a16="http://schemas.microsoft.com/office/drawing/2014/main" id="{D7A4CD9A-523A-B697-39A5-24C0C26F8701}"/>
                </a:ext>
              </a:extLst>
            </p:cNvPr>
            <p:cNvSpPr>
              <a:spLocks/>
            </p:cNvSpPr>
            <p:nvPr/>
          </p:nvSpPr>
          <p:spPr bwMode="auto">
            <a:xfrm>
              <a:off x="9284902" y="727963"/>
              <a:ext cx="2944031" cy="2944284"/>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p:spPr>
          <p:txBody>
            <a:bodyPr upright="1"/>
            <a:lstStyle/>
            <a:p>
              <a:pPr eaLnBrk="1" fontAlgn="auto" hangingPunct="1">
                <a:spcBef>
                  <a:spcPts val="0"/>
                </a:spcBef>
                <a:spcAft>
                  <a:spcPts val="0"/>
                </a:spcAft>
                <a:defRPr/>
              </a:pPr>
              <a:endParaRPr lang="en-US" dirty="0">
                <a:latin typeface="+mn-lt"/>
              </a:endParaRPr>
            </a:p>
          </p:txBody>
        </p:sp>
      </p:grpSp>
      <p:cxnSp>
        <p:nvCxnSpPr>
          <p:cNvPr id="9" name="Straight Connector 8" descr="&quot;&quot;">
            <a:extLst>
              <a:ext uri="{FF2B5EF4-FFF2-40B4-BE49-F238E27FC236}">
                <a16:creationId xmlns:a16="http://schemas.microsoft.com/office/drawing/2014/main" id="{97152510-6F3B-FD2A-3414-CB8DA926CA12}"/>
              </a:ext>
            </a:extLst>
          </p:cNvPr>
          <p:cNvCxnSpPr>
            <a:cxnSpLocks/>
          </p:cNvCxnSpPr>
          <p:nvPr userDrawn="1"/>
        </p:nvCxnSpPr>
        <p:spPr>
          <a:xfrm>
            <a:off x="593725" y="2149475"/>
            <a:ext cx="2130425"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Title 1"/>
          <p:cNvSpPr>
            <a:spLocks noGrp="1"/>
          </p:cNvSpPr>
          <p:nvPr>
            <p:ph type="title"/>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a:t>Click to edit Master title style</a:t>
            </a:r>
            <a:endParaRPr lang="en-US" dirty="0"/>
          </a:p>
        </p:txBody>
      </p:sp>
      <p:sp>
        <p:nvSpPr>
          <p:cNvPr id="2" name="Content Placeholder 5"/>
          <p:cNvSpPr>
            <a:spLocks noGrp="1"/>
          </p:cNvSpPr>
          <p:nvPr>
            <p:ph sz="quarter" idx="13"/>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42">
            <a:extLst>
              <a:ext uri="{FF2B5EF4-FFF2-40B4-BE49-F238E27FC236}">
                <a16:creationId xmlns:a16="http://schemas.microsoft.com/office/drawing/2014/main" id="{D88B69C4-1E9D-33AB-7629-F9FE15F573E1}"/>
              </a:ext>
            </a:extLst>
          </p:cNvPr>
          <p:cNvSpPr>
            <a:spLocks noGrp="1"/>
          </p:cNvSpPr>
          <p:nvPr>
            <p:ph type="sldNum" sz="quarter" idx="14"/>
          </p:nvPr>
        </p:nvSpPr>
        <p:spPr/>
        <p:txBody>
          <a:bodyPr/>
          <a:lstStyle>
            <a:lvl1pPr>
              <a:defRPr/>
            </a:lvl1pPr>
          </a:lstStyle>
          <a:p>
            <a:pPr>
              <a:defRPr/>
            </a:pPr>
            <a:fld id="{14CE5E9D-4B6D-4D4C-A577-3E8D333BFAF1}" type="slidenum">
              <a:rPr lang="en-US"/>
              <a:pPr>
                <a:defRPr/>
              </a:pPr>
              <a:t>‹#›</a:t>
            </a:fld>
            <a:endParaRPr lang="en-US" dirty="0"/>
          </a:p>
        </p:txBody>
      </p:sp>
      <p:sp>
        <p:nvSpPr>
          <p:cNvPr id="11" name="Date Placeholder 41">
            <a:extLst>
              <a:ext uri="{FF2B5EF4-FFF2-40B4-BE49-F238E27FC236}">
                <a16:creationId xmlns:a16="http://schemas.microsoft.com/office/drawing/2014/main" id="{3C2053B9-5F5A-8654-5EC8-483EFFD47FE6}"/>
              </a:ext>
            </a:extLst>
          </p:cNvPr>
          <p:cNvSpPr>
            <a:spLocks noGrp="1"/>
          </p:cNvSpPr>
          <p:nvPr>
            <p:ph type="dt" sz="half" idx="15"/>
          </p:nvPr>
        </p:nvSpPr>
        <p:spPr/>
        <p:txBody>
          <a:bodyPr/>
          <a:lstStyle>
            <a:lvl1pPr>
              <a:defRPr/>
            </a:lvl1pPr>
          </a:lstStyle>
          <a:p>
            <a:pPr>
              <a:defRPr/>
            </a:pPr>
            <a:endParaRPr lang="en-US"/>
          </a:p>
        </p:txBody>
      </p:sp>
    </p:spTree>
    <p:extLst>
      <p:ext uri="{BB962C8B-B14F-4D97-AF65-F5344CB8AC3E}">
        <p14:creationId xmlns:p14="http://schemas.microsoft.com/office/powerpoint/2010/main" val="2961411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rgbClr val="4495A2"/>
        </a:solidFill>
        <a:effectLst/>
      </p:bgPr>
    </p:bg>
    <p:spTree>
      <p:nvGrpSpPr>
        <p:cNvPr id="1" name=""/>
        <p:cNvGrpSpPr/>
        <p:nvPr/>
      </p:nvGrpSpPr>
      <p:grpSpPr>
        <a:xfrm>
          <a:off x="0" y="0"/>
          <a:ext cx="0" cy="0"/>
          <a:chOff x="0" y="0"/>
          <a:chExt cx="0" cy="0"/>
        </a:xfrm>
      </p:grpSpPr>
      <p:sp>
        <p:nvSpPr>
          <p:cNvPr id="2" name="Rectangle 1" descr="&quot;&quot;">
            <a:extLst>
              <a:ext uri="{FF2B5EF4-FFF2-40B4-BE49-F238E27FC236}">
                <a16:creationId xmlns:a16="http://schemas.microsoft.com/office/drawing/2014/main" id="{5601C2C5-6D4B-F10F-ABD1-5E225F3CE11F}"/>
              </a:ext>
            </a:extLst>
          </p:cNvPr>
          <p:cNvSpPr/>
          <p:nvPr userDrawn="1"/>
        </p:nvSpPr>
        <p:spPr>
          <a:xfrm>
            <a:off x="6308725" y="3951288"/>
            <a:ext cx="2133600" cy="1016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4" name="Picture Placeholder 3"/>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tIns="182880" rtlCol="0">
            <a:noAutofit/>
          </a:bodyPr>
          <a:lstStyle>
            <a:lvl1pPr marL="0" indent="0" algn="ctr">
              <a:buNone/>
              <a:defRPr sz="2000">
                <a:solidFill>
                  <a:schemeClr val="tx1"/>
                </a:solidFill>
              </a:defRPr>
            </a:lvl1pPr>
          </a:lstStyle>
          <a:p>
            <a:pPr lvl="0"/>
            <a:r>
              <a:rPr lang="en-US" noProof="0"/>
              <a:t>Click icon to add picture</a:t>
            </a:r>
            <a:endParaRPr lang="en-US" noProof="0" dirty="0"/>
          </a:p>
        </p:txBody>
      </p:sp>
      <p:sp>
        <p:nvSpPr>
          <p:cNvPr id="18" name="Title 1"/>
          <p:cNvSpPr>
            <a:spLocks noGrp="1"/>
          </p:cNvSpPr>
          <p:nvPr>
            <p:ph type="title"/>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a:t>Click to edit Master title style</a:t>
            </a:r>
            <a:endParaRPr lang="en-US" dirty="0"/>
          </a:p>
        </p:txBody>
      </p:sp>
    </p:spTree>
    <p:extLst>
      <p:ext uri="{BB962C8B-B14F-4D97-AF65-F5344CB8AC3E}">
        <p14:creationId xmlns:p14="http://schemas.microsoft.com/office/powerpoint/2010/main" val="4256324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cxnSp>
        <p:nvCxnSpPr>
          <p:cNvPr id="3" name="Straight Connector 2" descr="&quot;&quot;">
            <a:extLst>
              <a:ext uri="{FF2B5EF4-FFF2-40B4-BE49-F238E27FC236}">
                <a16:creationId xmlns:a16="http://schemas.microsoft.com/office/drawing/2014/main" id="{5E04C337-35CF-89A5-B0C7-C93B26BD4E7F}"/>
              </a:ext>
            </a:extLst>
          </p:cNvPr>
          <p:cNvCxnSpPr>
            <a:cxnSpLocks/>
          </p:cNvCxnSpPr>
          <p:nvPr userDrawn="1"/>
        </p:nvCxnSpPr>
        <p:spPr>
          <a:xfrm>
            <a:off x="6308725" y="3949700"/>
            <a:ext cx="2133600" cy="4763"/>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ctrTitle"/>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edit Master title style</a:t>
            </a:r>
            <a:endParaRPr lang="en-US" dirty="0"/>
          </a:p>
        </p:txBody>
      </p:sp>
      <p:sp>
        <p:nvSpPr>
          <p:cNvPr id="6" name="Picture Placeholder 5"/>
          <p:cNvSpPr>
            <a:spLocks noGrp="1"/>
          </p:cNvSpPr>
          <p:nvPr>
            <p:ph type="pic" sz="quarter" idx="12"/>
          </p:nvPr>
        </p:nvSpPr>
        <p:spPr>
          <a:xfrm>
            <a:off x="0" y="-11113"/>
            <a:ext cx="5791200" cy="6880226"/>
          </a:xfrm>
        </p:spPr>
        <p:txBody>
          <a:bodyPr rtlCol="0">
            <a:normAutofit/>
          </a:bodyPr>
          <a:lstStyle>
            <a:lvl1pPr marL="0" indent="0" algn="ctr">
              <a:buNone/>
              <a:defRPr sz="2000"/>
            </a:lvl1pPr>
          </a:lstStyle>
          <a:p>
            <a:pPr lvl="0"/>
            <a:r>
              <a:rPr lang="en-US" noProof="0"/>
              <a:t>Click icon to add picture</a:t>
            </a:r>
            <a:endParaRPr lang="en-US" noProof="0" dirty="0"/>
          </a:p>
        </p:txBody>
      </p:sp>
      <p:sp>
        <p:nvSpPr>
          <p:cNvPr id="18" name="Text Placeholder 29"/>
          <p:cNvSpPr>
            <a:spLocks noGrp="1"/>
          </p:cNvSpPr>
          <p:nvPr>
            <p:ph type="body" sz="quarter" idx="1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edit Master text styles</a:t>
            </a:r>
          </a:p>
        </p:txBody>
      </p:sp>
    </p:spTree>
    <p:extLst>
      <p:ext uri="{BB962C8B-B14F-4D97-AF65-F5344CB8AC3E}">
        <p14:creationId xmlns:p14="http://schemas.microsoft.com/office/powerpoint/2010/main" val="3686926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cxnSp>
        <p:nvCxnSpPr>
          <p:cNvPr id="3" name="Straight Connector 2" descr="&quot;&quot;">
            <a:extLst>
              <a:ext uri="{FF2B5EF4-FFF2-40B4-BE49-F238E27FC236}">
                <a16:creationId xmlns:a16="http://schemas.microsoft.com/office/drawing/2014/main" id="{5229542D-8DE6-5034-E258-31ADD9CA2C01}"/>
              </a:ext>
            </a:extLst>
          </p:cNvPr>
          <p:cNvCxnSpPr>
            <a:cxnSpLocks/>
          </p:cNvCxnSpPr>
          <p:nvPr userDrawn="1"/>
        </p:nvCxnSpPr>
        <p:spPr>
          <a:xfrm>
            <a:off x="593725" y="2149475"/>
            <a:ext cx="2133600" cy="3175"/>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4" name="Group 3">
            <a:extLst>
              <a:ext uri="{FF2B5EF4-FFF2-40B4-BE49-F238E27FC236}">
                <a16:creationId xmlns:a16="http://schemas.microsoft.com/office/drawing/2014/main" id="{CFBE5607-1FEF-50E6-5FB4-D6F155F13287}"/>
              </a:ext>
              <a:ext uri="{C183D7F6-B498-43B3-948B-1728B52AA6E4}">
                <adec:decorative xmlns:adec="http://schemas.microsoft.com/office/drawing/2017/decorative" xmlns="" val="1"/>
              </a:ext>
            </a:extLst>
          </p:cNvPr>
          <p:cNvGrpSpPr>
            <a:grpSpLocks/>
          </p:cNvGrpSpPr>
          <p:nvPr userDrawn="1"/>
        </p:nvGrpSpPr>
        <p:grpSpPr bwMode="auto">
          <a:xfrm rot="16200000" flipV="1">
            <a:off x="0" y="3900488"/>
            <a:ext cx="2959100" cy="2959100"/>
            <a:chOff x="0" y="12289"/>
            <a:chExt cx="3550" cy="3551"/>
          </a:xfrm>
        </p:grpSpPr>
        <p:sp>
          <p:nvSpPr>
            <p:cNvPr id="5" name="Freeform 19">
              <a:extLst>
                <a:ext uri="{FF2B5EF4-FFF2-40B4-BE49-F238E27FC236}">
                  <a16:creationId xmlns:a16="http://schemas.microsoft.com/office/drawing/2014/main" id="{BB1B34DE-779B-117F-74EC-6F03B824EA22}"/>
                </a:ext>
              </a:extLst>
            </p:cNvPr>
            <p:cNvSpPr>
              <a:spLocks/>
            </p:cNvSpPr>
            <p:nvPr/>
          </p:nvSpPr>
          <p:spPr bwMode="auto">
            <a:xfrm>
              <a:off x="2" y="12289"/>
              <a:ext cx="1788" cy="2385"/>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p:spPr>
          <p:txBody>
            <a:bodyPr upright="1"/>
            <a:lstStyle/>
            <a:p>
              <a:pPr eaLnBrk="1" fontAlgn="auto" hangingPunct="1">
                <a:spcBef>
                  <a:spcPts val="0"/>
                </a:spcBef>
                <a:spcAft>
                  <a:spcPts val="0"/>
                </a:spcAft>
                <a:defRPr/>
              </a:pPr>
              <a:endParaRPr lang="en-US" dirty="0">
                <a:latin typeface="+mn-lt"/>
              </a:endParaRPr>
            </a:p>
          </p:txBody>
        </p:sp>
        <p:sp>
          <p:nvSpPr>
            <p:cNvPr id="6" name="Freeform 20">
              <a:extLst>
                <a:ext uri="{FF2B5EF4-FFF2-40B4-BE49-F238E27FC236}">
                  <a16:creationId xmlns:a16="http://schemas.microsoft.com/office/drawing/2014/main" id="{10B41DDA-2499-D5BA-2789-A3A73159BD5D}"/>
                </a:ext>
              </a:extLst>
            </p:cNvPr>
            <p:cNvSpPr>
              <a:spLocks/>
            </p:cNvSpPr>
            <p:nvPr/>
          </p:nvSpPr>
          <p:spPr bwMode="auto">
            <a:xfrm>
              <a:off x="0" y="14678"/>
              <a:ext cx="1162" cy="1162"/>
            </a:xfrm>
            <a:custGeom>
              <a:avLst/>
              <a:gdLst>
                <a:gd name="T0" fmla="*/ 0 w 1162"/>
                <a:gd name="T1" fmla="*/ 14679 h 1162"/>
                <a:gd name="T2" fmla="*/ 0 w 1162"/>
                <a:gd name="T3" fmla="*/ 15840 h 1162"/>
                <a:gd name="T4" fmla="*/ 1161 w 1162"/>
                <a:gd name="T5" fmla="*/ 15840 h 1162"/>
                <a:gd name="T6" fmla="*/ 0 w 1162"/>
                <a:gd name="T7" fmla="*/ 14679 h 1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PK"/>
            </a:p>
          </p:txBody>
        </p:sp>
        <p:sp>
          <p:nvSpPr>
            <p:cNvPr id="7" name="Freeform 21">
              <a:extLst>
                <a:ext uri="{FF2B5EF4-FFF2-40B4-BE49-F238E27FC236}">
                  <a16:creationId xmlns:a16="http://schemas.microsoft.com/office/drawing/2014/main" id="{6ED74123-2F55-40BB-BDEC-AE559C0D5984}"/>
                </a:ext>
              </a:extLst>
            </p:cNvPr>
            <p:cNvSpPr>
              <a:spLocks/>
            </p:cNvSpPr>
            <p:nvPr/>
          </p:nvSpPr>
          <p:spPr bwMode="auto">
            <a:xfrm>
              <a:off x="1223" y="14674"/>
              <a:ext cx="2329" cy="1166"/>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p:spPr>
          <p:txBody>
            <a:bodyPr upright="1"/>
            <a:lstStyle/>
            <a:p>
              <a:pPr eaLnBrk="1" fontAlgn="auto" hangingPunct="1">
                <a:spcBef>
                  <a:spcPts val="0"/>
                </a:spcBef>
                <a:spcAft>
                  <a:spcPts val="0"/>
                </a:spcAft>
                <a:defRPr/>
              </a:pPr>
              <a:endParaRPr lang="en-US" dirty="0">
                <a:latin typeface="+mn-lt"/>
              </a:endParaRPr>
            </a:p>
          </p:txBody>
        </p:sp>
      </p:grpSp>
      <p:sp>
        <p:nvSpPr>
          <p:cNvPr id="32" name="Title 1"/>
          <p:cNvSpPr>
            <a:spLocks noGrp="1"/>
          </p:cNvSpPr>
          <p:nvPr>
            <p:ph type="title"/>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a:t>Click to edit Master title style</a:t>
            </a:r>
            <a:endParaRPr lang="en-US" dirty="0"/>
          </a:p>
        </p:txBody>
      </p:sp>
      <p:sp>
        <p:nvSpPr>
          <p:cNvPr id="2" name="Content Placeholder 5"/>
          <p:cNvSpPr>
            <a:spLocks noGrp="1"/>
          </p:cNvSpPr>
          <p:nvPr>
            <p:ph sz="quarter" idx="13"/>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451E3AD9-301F-D99B-A2ED-185C04098A88}"/>
              </a:ext>
            </a:extLst>
          </p:cNvPr>
          <p:cNvSpPr>
            <a:spLocks noGrp="1"/>
          </p:cNvSpPr>
          <p:nvPr>
            <p:ph type="sldNum" sz="quarter" idx="14"/>
          </p:nvPr>
        </p:nvSpPr>
        <p:spPr/>
        <p:txBody>
          <a:bodyPr/>
          <a:lstStyle>
            <a:lvl1pPr>
              <a:defRPr/>
            </a:lvl1pPr>
          </a:lstStyle>
          <a:p>
            <a:pPr>
              <a:defRPr/>
            </a:pPr>
            <a:fld id="{1E463ADF-9569-4435-995A-4B4E0CAF69B0}" type="slidenum">
              <a:rPr lang="en-US"/>
              <a:pPr>
                <a:defRPr/>
              </a:pPr>
              <a:t>‹#›</a:t>
            </a:fld>
            <a:endParaRPr lang="en-US" dirty="0"/>
          </a:p>
        </p:txBody>
      </p:sp>
      <p:sp>
        <p:nvSpPr>
          <p:cNvPr id="9" name="Date Placeholder 4">
            <a:extLst>
              <a:ext uri="{FF2B5EF4-FFF2-40B4-BE49-F238E27FC236}">
                <a16:creationId xmlns:a16="http://schemas.microsoft.com/office/drawing/2014/main" id="{D7639FCA-C7F6-19B5-698F-5E0C1048AEA9}"/>
              </a:ext>
            </a:extLst>
          </p:cNvPr>
          <p:cNvSpPr>
            <a:spLocks noGrp="1"/>
          </p:cNvSpPr>
          <p:nvPr>
            <p:ph type="dt" sz="half" idx="15"/>
          </p:nvPr>
        </p:nvSpPr>
        <p:spPr/>
        <p:txBody>
          <a:bodyPr/>
          <a:lstStyle>
            <a:lvl1pPr>
              <a:defRPr/>
            </a:lvl1pPr>
          </a:lstStyle>
          <a:p>
            <a:pPr>
              <a:defRPr/>
            </a:pPr>
            <a:endParaRPr lang="en-US"/>
          </a:p>
        </p:txBody>
      </p:sp>
    </p:spTree>
    <p:extLst>
      <p:ext uri="{BB962C8B-B14F-4D97-AF65-F5344CB8AC3E}">
        <p14:creationId xmlns:p14="http://schemas.microsoft.com/office/powerpoint/2010/main" val="4207461895"/>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grpSp>
        <p:nvGrpSpPr>
          <p:cNvPr id="3" name="Group 1">
            <a:extLst>
              <a:ext uri="{FF2B5EF4-FFF2-40B4-BE49-F238E27FC236}">
                <a16:creationId xmlns:a16="http://schemas.microsoft.com/office/drawing/2014/main" id="{56D1A81F-69C2-78B6-1CA9-61117415BEAF}"/>
              </a:ext>
              <a:ext uri="{C183D7F6-B498-43B3-948B-1728B52AA6E4}">
                <adec:decorative xmlns:adec="http://schemas.microsoft.com/office/drawing/2017/decorative" xmlns="" val="1"/>
              </a:ext>
            </a:extLst>
          </p:cNvPr>
          <p:cNvGrpSpPr>
            <a:grpSpLocks/>
          </p:cNvGrpSpPr>
          <p:nvPr userDrawn="1"/>
        </p:nvGrpSpPr>
        <p:grpSpPr bwMode="auto">
          <a:xfrm>
            <a:off x="0" y="758825"/>
            <a:ext cx="6099175" cy="6099175"/>
            <a:chOff x="0" y="12289"/>
            <a:chExt cx="3550" cy="3551"/>
          </a:xfrm>
        </p:grpSpPr>
        <p:sp>
          <p:nvSpPr>
            <p:cNvPr id="4" name="Freeform 9">
              <a:extLst>
                <a:ext uri="{FF2B5EF4-FFF2-40B4-BE49-F238E27FC236}">
                  <a16:creationId xmlns:a16="http://schemas.microsoft.com/office/drawing/2014/main" id="{156E4334-30C1-00EB-1133-176069280BC9}"/>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p:spPr>
          <p:txBody>
            <a:bodyPr upright="1"/>
            <a:lstStyle/>
            <a:p>
              <a:pPr eaLnBrk="1" fontAlgn="auto" hangingPunct="1">
                <a:spcBef>
                  <a:spcPts val="0"/>
                </a:spcBef>
                <a:spcAft>
                  <a:spcPts val="0"/>
                </a:spcAft>
                <a:defRPr/>
              </a:pPr>
              <a:endParaRPr lang="en-US" dirty="0">
                <a:latin typeface="+mn-lt"/>
              </a:endParaRPr>
            </a:p>
          </p:txBody>
        </p:sp>
        <p:sp>
          <p:nvSpPr>
            <p:cNvPr id="5" name="Freeform 10">
              <a:extLst>
                <a:ext uri="{FF2B5EF4-FFF2-40B4-BE49-F238E27FC236}">
                  <a16:creationId xmlns:a16="http://schemas.microsoft.com/office/drawing/2014/main" id="{BF0ABB58-8116-3C8A-F157-C89222D6EF89}"/>
                </a:ext>
              </a:extLst>
            </p:cNvPr>
            <p:cNvSpPr>
              <a:spLocks/>
            </p:cNvSpPr>
            <p:nvPr/>
          </p:nvSpPr>
          <p:spPr bwMode="auto">
            <a:xfrm>
              <a:off x="0" y="14678"/>
              <a:ext cx="1162" cy="1162"/>
            </a:xfrm>
            <a:custGeom>
              <a:avLst/>
              <a:gdLst>
                <a:gd name="T0" fmla="*/ 0 w 1162"/>
                <a:gd name="T1" fmla="*/ 14679 h 1162"/>
                <a:gd name="T2" fmla="*/ 0 w 1162"/>
                <a:gd name="T3" fmla="*/ 15840 h 1162"/>
                <a:gd name="T4" fmla="*/ 1161 w 1162"/>
                <a:gd name="T5" fmla="*/ 15840 h 1162"/>
                <a:gd name="T6" fmla="*/ 0 w 1162"/>
                <a:gd name="T7" fmla="*/ 14679 h 1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PK"/>
            </a:p>
          </p:txBody>
        </p:sp>
        <p:sp>
          <p:nvSpPr>
            <p:cNvPr id="6" name="Freeform 11">
              <a:extLst>
                <a:ext uri="{FF2B5EF4-FFF2-40B4-BE49-F238E27FC236}">
                  <a16:creationId xmlns:a16="http://schemas.microsoft.com/office/drawing/2014/main" id="{91BC4292-A6D3-9675-7927-C00CFC6FF441}"/>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p:spPr>
          <p:txBody>
            <a:bodyPr upright="1"/>
            <a:lstStyle/>
            <a:p>
              <a:pPr eaLnBrk="1" fontAlgn="auto" hangingPunct="1">
                <a:spcBef>
                  <a:spcPts val="0"/>
                </a:spcBef>
                <a:spcAft>
                  <a:spcPts val="0"/>
                </a:spcAft>
                <a:defRPr/>
              </a:pPr>
              <a:endParaRPr lang="en-US" dirty="0">
                <a:latin typeface="+mn-lt"/>
              </a:endParaRPr>
            </a:p>
          </p:txBody>
        </p:sp>
      </p:grpSp>
      <p:cxnSp>
        <p:nvCxnSpPr>
          <p:cNvPr id="7" name="Straight Connector 6" descr="&quot;&quot;">
            <a:extLst>
              <a:ext uri="{FF2B5EF4-FFF2-40B4-BE49-F238E27FC236}">
                <a16:creationId xmlns:a16="http://schemas.microsoft.com/office/drawing/2014/main" id="{81468FAE-D5CE-13EC-37D1-A026CA5A689A}"/>
              </a:ext>
            </a:extLst>
          </p:cNvPr>
          <p:cNvCxnSpPr>
            <a:cxnSpLocks/>
          </p:cNvCxnSpPr>
          <p:nvPr userDrawn="1"/>
        </p:nvCxnSpPr>
        <p:spPr>
          <a:xfrm>
            <a:off x="6308725" y="3949700"/>
            <a:ext cx="2133600" cy="4763"/>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ctrTitle"/>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edit Master title style</a:t>
            </a:r>
            <a:endParaRPr lang="en-US" dirty="0"/>
          </a:p>
        </p:txBody>
      </p:sp>
      <p:sp>
        <p:nvSpPr>
          <p:cNvPr id="18" name="Text Placeholder 29"/>
          <p:cNvSpPr>
            <a:spLocks noGrp="1"/>
          </p:cNvSpPr>
          <p:nvPr>
            <p:ph type="body" sz="quarter" idx="1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edit Master text styles</a:t>
            </a:r>
          </a:p>
        </p:txBody>
      </p:sp>
    </p:spTree>
    <p:extLst>
      <p:ext uri="{BB962C8B-B14F-4D97-AF65-F5344CB8AC3E}">
        <p14:creationId xmlns:p14="http://schemas.microsoft.com/office/powerpoint/2010/main" val="2817229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grpSp>
        <p:nvGrpSpPr>
          <p:cNvPr id="4" name="Group 1">
            <a:extLst>
              <a:ext uri="{FF2B5EF4-FFF2-40B4-BE49-F238E27FC236}">
                <a16:creationId xmlns:a16="http://schemas.microsoft.com/office/drawing/2014/main" id="{A3DF98C6-9F99-B17B-ECB9-D92A1A2643EA}"/>
              </a:ext>
              <a:ext uri="{C183D7F6-B498-43B3-948B-1728B52AA6E4}">
                <adec:decorative xmlns:adec="http://schemas.microsoft.com/office/drawing/2017/decorative" xmlns="" val="1"/>
              </a:ext>
            </a:extLst>
          </p:cNvPr>
          <p:cNvGrpSpPr>
            <a:grpSpLocks/>
          </p:cNvGrpSpPr>
          <p:nvPr userDrawn="1"/>
        </p:nvGrpSpPr>
        <p:grpSpPr bwMode="auto">
          <a:xfrm rot="10800000">
            <a:off x="8869363" y="0"/>
            <a:ext cx="3325812" cy="3325813"/>
            <a:chOff x="0" y="12289"/>
            <a:chExt cx="3550" cy="3551"/>
          </a:xfrm>
        </p:grpSpPr>
        <p:sp>
          <p:nvSpPr>
            <p:cNvPr id="5" name="Freeform 4">
              <a:extLst>
                <a:ext uri="{FF2B5EF4-FFF2-40B4-BE49-F238E27FC236}">
                  <a16:creationId xmlns:a16="http://schemas.microsoft.com/office/drawing/2014/main" id="{86AF8CD5-FD7D-80F1-CD42-5232C2675D32}"/>
                </a:ext>
              </a:extLst>
            </p:cNvPr>
            <p:cNvSpPr>
              <a:spLocks/>
            </p:cNvSpPr>
            <p:nvPr/>
          </p:nvSpPr>
          <p:spPr bwMode="auto">
            <a:xfrm>
              <a:off x="-2" y="12287"/>
              <a:ext cx="1789" cy="2387"/>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p:spPr>
          <p:txBody>
            <a:bodyPr upright="1"/>
            <a:lstStyle/>
            <a:p>
              <a:pPr eaLnBrk="1" fontAlgn="auto" hangingPunct="1">
                <a:spcBef>
                  <a:spcPts val="0"/>
                </a:spcBef>
                <a:spcAft>
                  <a:spcPts val="0"/>
                </a:spcAft>
                <a:defRPr/>
              </a:pPr>
              <a:endParaRPr lang="en-US" dirty="0">
                <a:latin typeface="+mn-lt"/>
              </a:endParaRPr>
            </a:p>
          </p:txBody>
        </p:sp>
        <p:sp>
          <p:nvSpPr>
            <p:cNvPr id="6" name="Freeform 5">
              <a:extLst>
                <a:ext uri="{FF2B5EF4-FFF2-40B4-BE49-F238E27FC236}">
                  <a16:creationId xmlns:a16="http://schemas.microsoft.com/office/drawing/2014/main" id="{A54649BC-D225-BB11-078A-D1C73AF61964}"/>
                </a:ext>
              </a:extLst>
            </p:cNvPr>
            <p:cNvSpPr>
              <a:spLocks/>
            </p:cNvSpPr>
            <p:nvPr/>
          </p:nvSpPr>
          <p:spPr bwMode="auto">
            <a:xfrm>
              <a:off x="0" y="14678"/>
              <a:ext cx="1162" cy="1162"/>
            </a:xfrm>
            <a:custGeom>
              <a:avLst/>
              <a:gdLst>
                <a:gd name="T0" fmla="*/ 0 w 1162"/>
                <a:gd name="T1" fmla="*/ 14679 h 1162"/>
                <a:gd name="T2" fmla="*/ 0 w 1162"/>
                <a:gd name="T3" fmla="*/ 15840 h 1162"/>
                <a:gd name="T4" fmla="*/ 1161 w 1162"/>
                <a:gd name="T5" fmla="*/ 15840 h 1162"/>
                <a:gd name="T6" fmla="*/ 0 w 1162"/>
                <a:gd name="T7" fmla="*/ 14679 h 1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PK"/>
            </a:p>
          </p:txBody>
        </p:sp>
        <p:sp>
          <p:nvSpPr>
            <p:cNvPr id="7" name="Freeform 7">
              <a:extLst>
                <a:ext uri="{FF2B5EF4-FFF2-40B4-BE49-F238E27FC236}">
                  <a16:creationId xmlns:a16="http://schemas.microsoft.com/office/drawing/2014/main" id="{6B4206FA-F76E-46CC-5D09-71F12A13519F}"/>
                </a:ext>
              </a:extLst>
            </p:cNvPr>
            <p:cNvSpPr>
              <a:spLocks/>
            </p:cNvSpPr>
            <p:nvPr/>
          </p:nvSpPr>
          <p:spPr bwMode="auto">
            <a:xfrm>
              <a:off x="1220" y="14676"/>
              <a:ext cx="2328" cy="1164"/>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p:spPr>
          <p:txBody>
            <a:bodyPr upright="1"/>
            <a:lstStyle/>
            <a:p>
              <a:pPr eaLnBrk="1" fontAlgn="auto" hangingPunct="1">
                <a:spcBef>
                  <a:spcPts val="0"/>
                </a:spcBef>
                <a:spcAft>
                  <a:spcPts val="0"/>
                </a:spcAft>
                <a:defRPr/>
              </a:pPr>
              <a:endParaRPr lang="en-US" dirty="0">
                <a:latin typeface="+mn-lt"/>
              </a:endParaRPr>
            </a:p>
          </p:txBody>
        </p:sp>
      </p:grpSp>
      <p:cxnSp>
        <p:nvCxnSpPr>
          <p:cNvPr id="8" name="Straight Connector 7" descr="&quot;&quot;">
            <a:extLst>
              <a:ext uri="{FF2B5EF4-FFF2-40B4-BE49-F238E27FC236}">
                <a16:creationId xmlns:a16="http://schemas.microsoft.com/office/drawing/2014/main" id="{6D134D03-19F6-7E08-3A60-975640D5F79F}"/>
              </a:ext>
            </a:extLst>
          </p:cNvPr>
          <p:cNvCxnSpPr>
            <a:cxnSpLocks/>
          </p:cNvCxnSpPr>
          <p:nvPr userDrawn="1"/>
        </p:nvCxnSpPr>
        <p:spPr>
          <a:xfrm>
            <a:off x="593725" y="2149475"/>
            <a:ext cx="2133600" cy="3175"/>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6" name="Title 1"/>
          <p:cNvSpPr>
            <a:spLocks noGrp="1"/>
          </p:cNvSpPr>
          <p:nvPr>
            <p:ph type="title"/>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edit Master title style</a:t>
            </a:r>
            <a:endParaRPr lang="en-US" dirty="0"/>
          </a:p>
        </p:txBody>
      </p:sp>
      <p:sp>
        <p:nvSpPr>
          <p:cNvPr id="2" name="Content Placeholder 5"/>
          <p:cNvSpPr>
            <a:spLocks noGrp="1"/>
          </p:cNvSpPr>
          <p:nvPr>
            <p:ph sz="quarter" idx="15"/>
          </p:nvPr>
        </p:nvSpPr>
        <p:spPr>
          <a:xfrm>
            <a:off x="594360" y="2676525"/>
            <a:ext cx="4490827" cy="3597470"/>
          </a:xfrm>
        </p:spPr>
        <p:txBody>
          <a:bodyPr lIns="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5"/>
          <p:cNvSpPr>
            <a:spLocks noGrp="1"/>
          </p:cNvSpPr>
          <p:nvPr>
            <p:ph sz="quarter" idx="16"/>
          </p:nvPr>
        </p:nvSpPr>
        <p:spPr>
          <a:xfrm>
            <a:off x="5881898" y="2676525"/>
            <a:ext cx="4490827" cy="3597470"/>
          </a:xfrm>
        </p:spPr>
        <p:txBody>
          <a:bodyPr lIns="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a:extLst>
              <a:ext uri="{FF2B5EF4-FFF2-40B4-BE49-F238E27FC236}">
                <a16:creationId xmlns:a16="http://schemas.microsoft.com/office/drawing/2014/main" id="{8C5C74A1-24E2-6D84-D21C-F70781F246D3}"/>
              </a:ext>
            </a:extLst>
          </p:cNvPr>
          <p:cNvSpPr>
            <a:spLocks noGrp="1"/>
          </p:cNvSpPr>
          <p:nvPr>
            <p:ph type="sldNum" sz="quarter" idx="17"/>
          </p:nvPr>
        </p:nvSpPr>
        <p:spPr/>
        <p:txBody>
          <a:bodyPr/>
          <a:lstStyle>
            <a:lvl1pPr>
              <a:defRPr/>
            </a:lvl1pPr>
          </a:lstStyle>
          <a:p>
            <a:pPr>
              <a:defRPr/>
            </a:pPr>
            <a:fld id="{3A229E67-F894-41F5-8BBA-B08049F66090}" type="slidenum">
              <a:rPr lang="en-US"/>
              <a:pPr>
                <a:defRPr/>
              </a:pPr>
              <a:t>‹#›</a:t>
            </a:fld>
            <a:endParaRPr lang="en-US" dirty="0"/>
          </a:p>
        </p:txBody>
      </p:sp>
      <p:sp>
        <p:nvSpPr>
          <p:cNvPr id="10" name="Date Placeholder 7">
            <a:extLst>
              <a:ext uri="{FF2B5EF4-FFF2-40B4-BE49-F238E27FC236}">
                <a16:creationId xmlns:a16="http://schemas.microsoft.com/office/drawing/2014/main" id="{28710F9B-CAAB-8874-14F3-2A83CEB3287D}"/>
              </a:ext>
            </a:extLst>
          </p:cNvPr>
          <p:cNvSpPr>
            <a:spLocks noGrp="1"/>
          </p:cNvSpPr>
          <p:nvPr>
            <p:ph type="dt" sz="half" idx="18"/>
          </p:nvPr>
        </p:nvSpPr>
        <p:spPr/>
        <p:txBody>
          <a:bodyPr/>
          <a:lstStyle>
            <a:lvl1pPr>
              <a:defRPr/>
            </a:lvl1pPr>
          </a:lstStyle>
          <a:p>
            <a:pPr>
              <a:defRPr/>
            </a:pPr>
            <a:endParaRPr lang="en-US"/>
          </a:p>
        </p:txBody>
      </p:sp>
    </p:spTree>
    <p:extLst>
      <p:ext uri="{BB962C8B-B14F-4D97-AF65-F5344CB8AC3E}">
        <p14:creationId xmlns:p14="http://schemas.microsoft.com/office/powerpoint/2010/main" val="2757190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grpSp>
        <p:nvGrpSpPr>
          <p:cNvPr id="3" name="Group 1">
            <a:extLst>
              <a:ext uri="{FF2B5EF4-FFF2-40B4-BE49-F238E27FC236}">
                <a16:creationId xmlns:a16="http://schemas.microsoft.com/office/drawing/2014/main" id="{BA6D6215-9DAA-8704-6DD3-4CD8EDF2FC29}"/>
              </a:ext>
              <a:ext uri="{C183D7F6-B498-43B3-948B-1728B52AA6E4}">
                <adec:decorative xmlns:adec="http://schemas.microsoft.com/office/drawing/2017/decorative" xmlns="" val="1"/>
              </a:ext>
            </a:extLst>
          </p:cNvPr>
          <p:cNvGrpSpPr>
            <a:grpSpLocks/>
          </p:cNvGrpSpPr>
          <p:nvPr userDrawn="1"/>
        </p:nvGrpSpPr>
        <p:grpSpPr bwMode="auto">
          <a:xfrm>
            <a:off x="6362700" y="0"/>
            <a:ext cx="5829300" cy="3235325"/>
            <a:chOff x="5612972" y="1"/>
            <a:chExt cx="6615961" cy="3672246"/>
          </a:xfrm>
        </p:grpSpPr>
        <p:sp>
          <p:nvSpPr>
            <p:cNvPr id="4" name="AutoShape 24">
              <a:extLst>
                <a:ext uri="{FF2B5EF4-FFF2-40B4-BE49-F238E27FC236}">
                  <a16:creationId xmlns:a16="http://schemas.microsoft.com/office/drawing/2014/main" id="{5DABE8E8-982F-F158-B508-EE0F7F686044}"/>
                </a:ext>
              </a:extLst>
            </p:cNvPr>
            <p:cNvSpPr>
              <a:spLocks/>
            </p:cNvSpPr>
            <p:nvPr/>
          </p:nvSpPr>
          <p:spPr bwMode="auto">
            <a:xfrm>
              <a:off x="5612972" y="1"/>
              <a:ext cx="4408840"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upright="1"/>
            <a:lstStyle/>
            <a:p>
              <a:pPr eaLnBrk="1" fontAlgn="auto" hangingPunct="1">
                <a:spcBef>
                  <a:spcPts val="0"/>
                </a:spcBef>
                <a:spcAft>
                  <a:spcPts val="0"/>
                </a:spcAft>
                <a:defRPr/>
              </a:pPr>
              <a:endParaRPr lang="en-US" dirty="0">
                <a:latin typeface="+mn-lt"/>
              </a:endParaRPr>
            </a:p>
          </p:txBody>
        </p:sp>
        <p:sp>
          <p:nvSpPr>
            <p:cNvPr id="5" name="Freeform 7">
              <a:extLst>
                <a:ext uri="{FF2B5EF4-FFF2-40B4-BE49-F238E27FC236}">
                  <a16:creationId xmlns:a16="http://schemas.microsoft.com/office/drawing/2014/main" id="{5BD676C0-33E3-A3A9-066C-23E2A492D99A}"/>
                </a:ext>
              </a:extLst>
            </p:cNvPr>
            <p:cNvSpPr>
              <a:spLocks/>
            </p:cNvSpPr>
            <p:nvPr/>
          </p:nvSpPr>
          <p:spPr bwMode="auto">
            <a:xfrm>
              <a:off x="6340872" y="1463133"/>
              <a:ext cx="2208924" cy="2209114"/>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p:spPr>
          <p:txBody>
            <a:bodyPr upright="1"/>
            <a:lstStyle/>
            <a:p>
              <a:pPr eaLnBrk="1" fontAlgn="auto" hangingPunct="1">
                <a:spcBef>
                  <a:spcPts val="0"/>
                </a:spcBef>
                <a:spcAft>
                  <a:spcPts val="0"/>
                </a:spcAft>
                <a:defRPr/>
              </a:pPr>
              <a:endParaRPr lang="en-US" dirty="0">
                <a:latin typeface="+mn-lt"/>
              </a:endParaRPr>
            </a:p>
          </p:txBody>
        </p:sp>
        <p:sp>
          <p:nvSpPr>
            <p:cNvPr id="6" name="Freeform 8">
              <a:extLst>
                <a:ext uri="{FF2B5EF4-FFF2-40B4-BE49-F238E27FC236}">
                  <a16:creationId xmlns:a16="http://schemas.microsoft.com/office/drawing/2014/main" id="{CD7A3FEE-D6DE-1B8A-E01B-C766E5A4D274}"/>
                </a:ext>
              </a:extLst>
            </p:cNvPr>
            <p:cNvSpPr>
              <a:spLocks/>
            </p:cNvSpPr>
            <p:nvPr/>
          </p:nvSpPr>
          <p:spPr bwMode="auto">
            <a:xfrm>
              <a:off x="8555201" y="1"/>
              <a:ext cx="1457601" cy="729765"/>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p:spPr>
          <p:txBody>
            <a:bodyPr upright="1"/>
            <a:lstStyle/>
            <a:p>
              <a:pPr eaLnBrk="1" fontAlgn="auto" hangingPunct="1">
                <a:spcBef>
                  <a:spcPts val="0"/>
                </a:spcBef>
                <a:spcAft>
                  <a:spcPts val="0"/>
                </a:spcAft>
                <a:defRPr/>
              </a:pPr>
              <a:endParaRPr lang="en-US" dirty="0">
                <a:latin typeface="+mn-lt"/>
              </a:endParaRPr>
            </a:p>
          </p:txBody>
        </p:sp>
        <p:sp>
          <p:nvSpPr>
            <p:cNvPr id="8" name="Freeform 9">
              <a:extLst>
                <a:ext uri="{FF2B5EF4-FFF2-40B4-BE49-F238E27FC236}">
                  <a16:creationId xmlns:a16="http://schemas.microsoft.com/office/drawing/2014/main" id="{6067E7A4-22BE-A0D8-DC85-EA3904489D32}"/>
                </a:ext>
              </a:extLst>
            </p:cNvPr>
            <p:cNvSpPr>
              <a:spLocks/>
            </p:cNvSpPr>
            <p:nvPr/>
          </p:nvSpPr>
          <p:spPr bwMode="auto">
            <a:xfrm>
              <a:off x="7076887" y="728289"/>
              <a:ext cx="2208196" cy="2208277"/>
            </a:xfrm>
            <a:custGeom>
              <a:avLst/>
              <a:gdLst>
                <a:gd name="T0" fmla="*/ 736887 w 1792"/>
                <a:gd name="T1" fmla="*/ 728288 h 1792"/>
                <a:gd name="T2" fmla="*/ 0 w 1792"/>
                <a:gd name="T3" fmla="*/ 1463969 h 1792"/>
                <a:gd name="T4" fmla="*/ 1472541 w 1792"/>
                <a:gd name="T5" fmla="*/ 2936565 h 1792"/>
                <a:gd name="T6" fmla="*/ 2208196 w 1792"/>
                <a:gd name="T7" fmla="*/ 2200883 h 1792"/>
                <a:gd name="T8" fmla="*/ 736887 w 1792"/>
                <a:gd name="T9" fmla="*/ 728288 h 1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PK"/>
            </a:p>
          </p:txBody>
        </p:sp>
        <p:sp>
          <p:nvSpPr>
            <p:cNvPr id="9" name="Freeform 10">
              <a:extLst>
                <a:ext uri="{FF2B5EF4-FFF2-40B4-BE49-F238E27FC236}">
                  <a16:creationId xmlns:a16="http://schemas.microsoft.com/office/drawing/2014/main" id="{7F0B8BD7-7C14-0E8F-CE98-9FC3B68648E7}"/>
                </a:ext>
              </a:extLst>
            </p:cNvPr>
            <p:cNvSpPr>
              <a:spLocks/>
            </p:cNvSpPr>
            <p:nvPr/>
          </p:nvSpPr>
          <p:spPr bwMode="auto">
            <a:xfrm>
              <a:off x="9284902" y="727963"/>
              <a:ext cx="2944031" cy="2944284"/>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p:spPr>
          <p:txBody>
            <a:bodyPr upright="1"/>
            <a:lstStyle/>
            <a:p>
              <a:pPr eaLnBrk="1" fontAlgn="auto" hangingPunct="1">
                <a:spcBef>
                  <a:spcPts val="0"/>
                </a:spcBef>
                <a:spcAft>
                  <a:spcPts val="0"/>
                </a:spcAft>
                <a:defRPr/>
              </a:pPr>
              <a:endParaRPr lang="en-US" dirty="0">
                <a:latin typeface="+mn-lt"/>
              </a:endParaRPr>
            </a:p>
          </p:txBody>
        </p:sp>
      </p:grpSp>
      <p:cxnSp>
        <p:nvCxnSpPr>
          <p:cNvPr id="10" name="Straight Connector 9" descr="&quot;&quot;">
            <a:extLst>
              <a:ext uri="{FF2B5EF4-FFF2-40B4-BE49-F238E27FC236}">
                <a16:creationId xmlns:a16="http://schemas.microsoft.com/office/drawing/2014/main" id="{2F594305-90C4-3F56-304C-1A2A80D9BE5C}"/>
              </a:ext>
            </a:extLst>
          </p:cNvPr>
          <p:cNvCxnSpPr>
            <a:cxnSpLocks/>
          </p:cNvCxnSpPr>
          <p:nvPr userDrawn="1"/>
        </p:nvCxnSpPr>
        <p:spPr>
          <a:xfrm>
            <a:off x="6346825" y="6313488"/>
            <a:ext cx="2133600" cy="3175"/>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6" name="Title 1"/>
          <p:cNvSpPr>
            <a:spLocks noGrp="1"/>
          </p:cNvSpPr>
          <p:nvPr>
            <p:ph type="title"/>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edit Master title style</a:t>
            </a:r>
            <a:endParaRPr lang="en-US" dirty="0"/>
          </a:p>
        </p:txBody>
      </p:sp>
      <p:sp>
        <p:nvSpPr>
          <p:cNvPr id="7" name="Content Placeholder 5"/>
          <p:cNvSpPr>
            <a:spLocks noGrp="1"/>
          </p:cNvSpPr>
          <p:nvPr>
            <p:ph sz="quarter" idx="14"/>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Content Placeholder 5"/>
          <p:cNvSpPr>
            <a:spLocks noGrp="1"/>
          </p:cNvSpPr>
          <p:nvPr>
            <p:ph sz="quarter" idx="15"/>
          </p:nvPr>
        </p:nvSpPr>
        <p:spPr>
          <a:xfrm>
            <a:off x="594360" y="2810595"/>
            <a:ext cx="5198269" cy="3319513"/>
          </a:xfrm>
        </p:spPr>
        <p:txBody>
          <a:bodyPr lIns="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9">
            <a:extLst>
              <a:ext uri="{FF2B5EF4-FFF2-40B4-BE49-F238E27FC236}">
                <a16:creationId xmlns:a16="http://schemas.microsoft.com/office/drawing/2014/main" id="{35EF69C5-8147-AD68-8075-AC0AB0CF1150}"/>
              </a:ext>
            </a:extLst>
          </p:cNvPr>
          <p:cNvSpPr>
            <a:spLocks noGrp="1"/>
          </p:cNvSpPr>
          <p:nvPr>
            <p:ph type="sldNum" sz="quarter" idx="16"/>
          </p:nvPr>
        </p:nvSpPr>
        <p:spPr/>
        <p:txBody>
          <a:bodyPr/>
          <a:lstStyle>
            <a:lvl1pPr>
              <a:defRPr/>
            </a:lvl1pPr>
          </a:lstStyle>
          <a:p>
            <a:pPr>
              <a:defRPr/>
            </a:pPr>
            <a:fld id="{A66EF2CE-639B-4469-8715-F7AA18CF03F2}" type="slidenum">
              <a:rPr lang="en-US"/>
              <a:pPr>
                <a:defRPr/>
              </a:pPr>
              <a:t>‹#›</a:t>
            </a:fld>
            <a:endParaRPr lang="en-US" dirty="0"/>
          </a:p>
        </p:txBody>
      </p:sp>
      <p:sp>
        <p:nvSpPr>
          <p:cNvPr id="12" name="Date Placeholder 7">
            <a:extLst>
              <a:ext uri="{FF2B5EF4-FFF2-40B4-BE49-F238E27FC236}">
                <a16:creationId xmlns:a16="http://schemas.microsoft.com/office/drawing/2014/main" id="{82F946E3-0B1E-05A3-7157-C78AF6FFCAE0}"/>
              </a:ext>
            </a:extLst>
          </p:cNvPr>
          <p:cNvSpPr>
            <a:spLocks noGrp="1"/>
          </p:cNvSpPr>
          <p:nvPr>
            <p:ph type="dt" sz="half" idx="17"/>
          </p:nvPr>
        </p:nvSpPr>
        <p:spPr/>
        <p:txBody>
          <a:bodyPr/>
          <a:lstStyle>
            <a:lvl1pPr>
              <a:defRPr/>
            </a:lvl1pPr>
          </a:lstStyle>
          <a:p>
            <a:pPr>
              <a:defRPr/>
            </a:pPr>
            <a:endParaRPr lang="en-US"/>
          </a:p>
        </p:txBody>
      </p:sp>
    </p:spTree>
    <p:extLst>
      <p:ext uri="{BB962C8B-B14F-4D97-AF65-F5344CB8AC3E}">
        <p14:creationId xmlns:p14="http://schemas.microsoft.com/office/powerpoint/2010/main" val="3590191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spTree>
      <p:nvGrpSpPr>
        <p:cNvPr id="1" name=""/>
        <p:cNvGrpSpPr/>
        <p:nvPr/>
      </p:nvGrpSpPr>
      <p:grpSpPr>
        <a:xfrm>
          <a:off x="0" y="0"/>
          <a:ext cx="0" cy="0"/>
          <a:chOff x="0" y="0"/>
          <a:chExt cx="0" cy="0"/>
        </a:xfrm>
      </p:grpSpPr>
      <p:cxnSp>
        <p:nvCxnSpPr>
          <p:cNvPr id="2" name="Straight Connector 1" descr="&quot;&quot;">
            <a:extLst>
              <a:ext uri="{FF2B5EF4-FFF2-40B4-BE49-F238E27FC236}">
                <a16:creationId xmlns:a16="http://schemas.microsoft.com/office/drawing/2014/main" id="{84D8706F-01C1-0C94-0DE5-E4FFF013B54A}"/>
              </a:ext>
            </a:extLst>
          </p:cNvPr>
          <p:cNvCxnSpPr>
            <a:cxnSpLocks/>
          </p:cNvCxnSpPr>
          <p:nvPr userDrawn="1"/>
        </p:nvCxnSpPr>
        <p:spPr>
          <a:xfrm>
            <a:off x="593725" y="2997200"/>
            <a:ext cx="2133600" cy="4763"/>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6" name="Title 1"/>
          <p:cNvSpPr>
            <a:spLocks noGrp="1"/>
          </p:cNvSpPr>
          <p:nvPr>
            <p:ph type="title"/>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edit Master title style</a:t>
            </a:r>
            <a:endParaRPr lang="en-US" dirty="0"/>
          </a:p>
        </p:txBody>
      </p:sp>
      <p:sp>
        <p:nvSpPr>
          <p:cNvPr id="3" name="Content Placeholder 5"/>
          <p:cNvSpPr>
            <a:spLocks noGrp="1"/>
          </p:cNvSpPr>
          <p:nvPr>
            <p:ph sz="quarter" idx="16"/>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p:cNvSpPr>
            <a:spLocks noGrp="1"/>
          </p:cNvSpPr>
          <p:nvPr>
            <p:ph type="pic" sz="quarter" idx="15"/>
          </p:nvPr>
        </p:nvSpPr>
        <p:spPr>
          <a:xfrm>
            <a:off x="6096000" y="0"/>
            <a:ext cx="6118225" cy="6858000"/>
          </a:xfrm>
        </p:spPr>
        <p:txBody>
          <a:bodyPr rtlCol="0">
            <a:normAutofit/>
          </a:bodyPr>
          <a:lstStyle>
            <a:lvl1pPr marL="0" indent="0" algn="ctr">
              <a:buNone/>
              <a:defRPr sz="2000">
                <a:solidFill>
                  <a:schemeClr val="bg1"/>
                </a:solidFill>
              </a:defRPr>
            </a:lvl1pPr>
          </a:lstStyle>
          <a:p>
            <a:pPr lvl="0"/>
            <a:r>
              <a:rPr lang="en-US" noProof="0"/>
              <a:t>Click icon to add picture</a:t>
            </a:r>
            <a:endParaRPr lang="en-US" noProof="0" dirty="0"/>
          </a:p>
        </p:txBody>
      </p:sp>
      <p:sp>
        <p:nvSpPr>
          <p:cNvPr id="4" name="Slide Number Placeholder 9">
            <a:extLst>
              <a:ext uri="{FF2B5EF4-FFF2-40B4-BE49-F238E27FC236}">
                <a16:creationId xmlns:a16="http://schemas.microsoft.com/office/drawing/2014/main" id="{650B3EEF-3558-9F91-554E-3D433626BF3E}"/>
              </a:ext>
            </a:extLst>
          </p:cNvPr>
          <p:cNvSpPr>
            <a:spLocks noGrp="1"/>
          </p:cNvSpPr>
          <p:nvPr>
            <p:ph type="sldNum" sz="quarter" idx="17"/>
          </p:nvPr>
        </p:nvSpPr>
        <p:spPr/>
        <p:txBody>
          <a:bodyPr/>
          <a:lstStyle>
            <a:lvl1pPr>
              <a:defRPr/>
            </a:lvl1pPr>
          </a:lstStyle>
          <a:p>
            <a:pPr>
              <a:defRPr/>
            </a:pPr>
            <a:fld id="{45F27434-4488-43F6-987E-A969EC301A69}" type="slidenum">
              <a:rPr lang="en-US"/>
              <a:pPr>
                <a:defRPr/>
              </a:pPr>
              <a:t>‹#›</a:t>
            </a:fld>
            <a:endParaRPr lang="en-US" dirty="0"/>
          </a:p>
        </p:txBody>
      </p:sp>
      <p:sp>
        <p:nvSpPr>
          <p:cNvPr id="5" name="Date Placeholder 7">
            <a:extLst>
              <a:ext uri="{FF2B5EF4-FFF2-40B4-BE49-F238E27FC236}">
                <a16:creationId xmlns:a16="http://schemas.microsoft.com/office/drawing/2014/main" id="{1143A6AD-21E3-5BB6-A9A2-4B2199C2C391}"/>
              </a:ext>
            </a:extLst>
          </p:cNvPr>
          <p:cNvSpPr>
            <a:spLocks noGrp="1"/>
          </p:cNvSpPr>
          <p:nvPr>
            <p:ph type="dt" sz="half" idx="18"/>
          </p:nvPr>
        </p:nvSpPr>
        <p:spPr/>
        <p:txBody>
          <a:bodyPr/>
          <a:lstStyle>
            <a:lvl1pPr>
              <a:defRPr/>
            </a:lvl1pPr>
          </a:lstStyle>
          <a:p>
            <a:pPr>
              <a:defRPr/>
            </a:pPr>
            <a:endParaRPr lang="en-US"/>
          </a:p>
        </p:txBody>
      </p:sp>
    </p:spTree>
    <p:extLst>
      <p:ext uri="{BB962C8B-B14F-4D97-AF65-F5344CB8AC3E}">
        <p14:creationId xmlns:p14="http://schemas.microsoft.com/office/powerpoint/2010/main" val="369539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99615A-9081-EEFD-3A79-132D0D10FD4B}"/>
              </a:ext>
              <a:ext uri="{C183D7F6-B498-43B3-948B-1728B52AA6E4}">
                <adec:decorative xmlns:adec="http://schemas.microsoft.com/office/drawing/2017/decorative" xmlns="" val="1"/>
              </a:ext>
            </a:extLst>
          </p:cNvPr>
          <p:cNvGrpSpPr>
            <a:grpSpLocks/>
          </p:cNvGrpSpPr>
          <p:nvPr userDrawn="1"/>
        </p:nvGrpSpPr>
        <p:grpSpPr bwMode="auto">
          <a:xfrm rot="16200000" flipV="1">
            <a:off x="0" y="3900488"/>
            <a:ext cx="2959100" cy="2959100"/>
            <a:chOff x="0" y="12289"/>
            <a:chExt cx="3550" cy="3551"/>
          </a:xfrm>
        </p:grpSpPr>
        <p:sp>
          <p:nvSpPr>
            <p:cNvPr id="3" name="Freeform 13">
              <a:extLst>
                <a:ext uri="{FF2B5EF4-FFF2-40B4-BE49-F238E27FC236}">
                  <a16:creationId xmlns:a16="http://schemas.microsoft.com/office/drawing/2014/main" id="{4B2EB0C4-70DD-9822-D082-1A3429892D83}"/>
                </a:ext>
              </a:extLst>
            </p:cNvPr>
            <p:cNvSpPr>
              <a:spLocks/>
            </p:cNvSpPr>
            <p:nvPr/>
          </p:nvSpPr>
          <p:spPr bwMode="auto">
            <a:xfrm>
              <a:off x="2" y="12289"/>
              <a:ext cx="1788" cy="2385"/>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p:spPr>
          <p:txBody>
            <a:bodyPr upright="1"/>
            <a:lstStyle/>
            <a:p>
              <a:pPr eaLnBrk="1" fontAlgn="auto" hangingPunct="1">
                <a:spcBef>
                  <a:spcPts val="0"/>
                </a:spcBef>
                <a:spcAft>
                  <a:spcPts val="0"/>
                </a:spcAft>
                <a:defRPr/>
              </a:pPr>
              <a:endParaRPr lang="en-US" dirty="0">
                <a:latin typeface="+mn-lt"/>
              </a:endParaRPr>
            </a:p>
          </p:txBody>
        </p:sp>
        <p:sp>
          <p:nvSpPr>
            <p:cNvPr id="4" name="Freeform 14">
              <a:extLst>
                <a:ext uri="{FF2B5EF4-FFF2-40B4-BE49-F238E27FC236}">
                  <a16:creationId xmlns:a16="http://schemas.microsoft.com/office/drawing/2014/main" id="{9C663579-48C9-6301-AD87-36839DFFE412}"/>
                </a:ext>
              </a:extLst>
            </p:cNvPr>
            <p:cNvSpPr>
              <a:spLocks/>
            </p:cNvSpPr>
            <p:nvPr/>
          </p:nvSpPr>
          <p:spPr bwMode="auto">
            <a:xfrm>
              <a:off x="0" y="14678"/>
              <a:ext cx="1162" cy="1162"/>
            </a:xfrm>
            <a:custGeom>
              <a:avLst/>
              <a:gdLst>
                <a:gd name="T0" fmla="*/ 0 w 1162"/>
                <a:gd name="T1" fmla="*/ 14679 h 1162"/>
                <a:gd name="T2" fmla="*/ 0 w 1162"/>
                <a:gd name="T3" fmla="*/ 15840 h 1162"/>
                <a:gd name="T4" fmla="*/ 1161 w 1162"/>
                <a:gd name="T5" fmla="*/ 15840 h 1162"/>
                <a:gd name="T6" fmla="*/ 0 w 1162"/>
                <a:gd name="T7" fmla="*/ 14679 h 1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PK"/>
            </a:p>
          </p:txBody>
        </p:sp>
        <p:sp>
          <p:nvSpPr>
            <p:cNvPr id="5" name="Freeform 15">
              <a:extLst>
                <a:ext uri="{FF2B5EF4-FFF2-40B4-BE49-F238E27FC236}">
                  <a16:creationId xmlns:a16="http://schemas.microsoft.com/office/drawing/2014/main" id="{A38CF2A7-193E-FC61-7A36-524D8653E920}"/>
                </a:ext>
              </a:extLst>
            </p:cNvPr>
            <p:cNvSpPr>
              <a:spLocks/>
            </p:cNvSpPr>
            <p:nvPr/>
          </p:nvSpPr>
          <p:spPr bwMode="auto">
            <a:xfrm>
              <a:off x="1223" y="14674"/>
              <a:ext cx="2329" cy="1166"/>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p:spPr>
          <p:txBody>
            <a:bodyPr upright="1"/>
            <a:lstStyle/>
            <a:p>
              <a:pPr eaLnBrk="1" fontAlgn="auto" hangingPunct="1">
                <a:spcBef>
                  <a:spcPts val="0"/>
                </a:spcBef>
                <a:spcAft>
                  <a:spcPts val="0"/>
                </a:spcAft>
                <a:defRPr/>
              </a:pPr>
              <a:endParaRPr lang="en-US" dirty="0">
                <a:latin typeface="+mn-lt"/>
              </a:endParaRPr>
            </a:p>
          </p:txBody>
        </p:sp>
      </p:grpSp>
      <p:cxnSp>
        <p:nvCxnSpPr>
          <p:cNvPr id="8" name="Straight Connector 7" descr="&quot;&quot;">
            <a:extLst>
              <a:ext uri="{FF2B5EF4-FFF2-40B4-BE49-F238E27FC236}">
                <a16:creationId xmlns:a16="http://schemas.microsoft.com/office/drawing/2014/main" id="{31CC1BFE-F956-7184-EEB5-14230EFE0B59}"/>
              </a:ext>
            </a:extLst>
          </p:cNvPr>
          <p:cNvCxnSpPr>
            <a:cxnSpLocks/>
          </p:cNvCxnSpPr>
          <p:nvPr userDrawn="1"/>
        </p:nvCxnSpPr>
        <p:spPr>
          <a:xfrm>
            <a:off x="3670300" y="6313488"/>
            <a:ext cx="2133600" cy="3175"/>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6" name="Title 1"/>
          <p:cNvSpPr>
            <a:spLocks noGrp="1"/>
          </p:cNvSpPr>
          <p:nvPr>
            <p:ph type="title"/>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edit Master title style</a:t>
            </a:r>
            <a:endParaRPr lang="en-US" dirty="0"/>
          </a:p>
        </p:txBody>
      </p:sp>
      <p:sp>
        <p:nvSpPr>
          <p:cNvPr id="7" name="Content Placeholder 5"/>
          <p:cNvSpPr>
            <a:spLocks noGrp="1"/>
          </p:cNvSpPr>
          <p:nvPr>
            <p:ph sz="quarter" idx="14"/>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13"/>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a:extLst>
              <a:ext uri="{FF2B5EF4-FFF2-40B4-BE49-F238E27FC236}">
                <a16:creationId xmlns:a16="http://schemas.microsoft.com/office/drawing/2014/main" id="{11B6FEFE-9F73-2FC5-1DC9-A62046FB588D}"/>
              </a:ext>
            </a:extLst>
          </p:cNvPr>
          <p:cNvSpPr>
            <a:spLocks noGrp="1"/>
          </p:cNvSpPr>
          <p:nvPr>
            <p:ph type="sldNum" sz="quarter" idx="15"/>
          </p:nvPr>
        </p:nvSpPr>
        <p:spPr/>
        <p:txBody>
          <a:bodyPr/>
          <a:lstStyle>
            <a:lvl1pPr>
              <a:defRPr/>
            </a:lvl1pPr>
          </a:lstStyle>
          <a:p>
            <a:pPr>
              <a:defRPr/>
            </a:pPr>
            <a:fld id="{87BC23B7-A9C3-41B4-9D2A-91BB6EA0E41D}" type="slidenum">
              <a:rPr lang="en-US"/>
              <a:pPr>
                <a:defRPr/>
              </a:pPr>
              <a:t>‹#›</a:t>
            </a:fld>
            <a:endParaRPr lang="en-US" dirty="0"/>
          </a:p>
        </p:txBody>
      </p:sp>
      <p:sp>
        <p:nvSpPr>
          <p:cNvPr id="10" name="Date Placeholder 7">
            <a:extLst>
              <a:ext uri="{FF2B5EF4-FFF2-40B4-BE49-F238E27FC236}">
                <a16:creationId xmlns:a16="http://schemas.microsoft.com/office/drawing/2014/main" id="{6B881010-3483-88E8-81DE-FB99B5236980}"/>
              </a:ext>
            </a:extLst>
          </p:cNvPr>
          <p:cNvSpPr>
            <a:spLocks noGrp="1"/>
          </p:cNvSpPr>
          <p:nvPr>
            <p:ph type="dt" sz="half" idx="16"/>
          </p:nvPr>
        </p:nvSpPr>
        <p:spPr/>
        <p:txBody>
          <a:bodyPr/>
          <a:lstStyle>
            <a:lvl1pPr>
              <a:defRPr/>
            </a:lvl1pPr>
          </a:lstStyle>
          <a:p>
            <a:pPr>
              <a:defRPr/>
            </a:pPr>
            <a:endParaRPr lang="en-US"/>
          </a:p>
        </p:txBody>
      </p:sp>
    </p:spTree>
    <p:extLst>
      <p:ext uri="{BB962C8B-B14F-4D97-AF65-F5344CB8AC3E}">
        <p14:creationId xmlns:p14="http://schemas.microsoft.com/office/powerpoint/2010/main" val="690772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3E7F080-957F-3689-AC0A-BCD35EED4160}"/>
              </a:ext>
              <a:ext uri="{C183D7F6-B498-43B3-948B-1728B52AA6E4}">
                <adec:decorative xmlns:adec="http://schemas.microsoft.com/office/drawing/2017/decorative" xmlns="" val="1"/>
              </a:ext>
            </a:extLst>
          </p:cNvPr>
          <p:cNvGrpSpPr>
            <a:grpSpLocks/>
          </p:cNvGrpSpPr>
          <p:nvPr userDrawn="1"/>
        </p:nvGrpSpPr>
        <p:grpSpPr bwMode="auto">
          <a:xfrm rot="10800000">
            <a:off x="8869363" y="0"/>
            <a:ext cx="3325812" cy="3325813"/>
            <a:chOff x="0" y="12289"/>
            <a:chExt cx="3550" cy="3551"/>
          </a:xfrm>
        </p:grpSpPr>
        <p:sp>
          <p:nvSpPr>
            <p:cNvPr id="3" name="Freeform 4">
              <a:extLst>
                <a:ext uri="{FF2B5EF4-FFF2-40B4-BE49-F238E27FC236}">
                  <a16:creationId xmlns:a16="http://schemas.microsoft.com/office/drawing/2014/main" id="{3C73D387-76B8-8A13-58F0-64BDF90E09E7}"/>
                </a:ext>
              </a:extLst>
            </p:cNvPr>
            <p:cNvSpPr>
              <a:spLocks/>
            </p:cNvSpPr>
            <p:nvPr/>
          </p:nvSpPr>
          <p:spPr bwMode="auto">
            <a:xfrm>
              <a:off x="-2" y="12287"/>
              <a:ext cx="1789" cy="2387"/>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p:spPr>
          <p:txBody>
            <a:bodyPr upright="1"/>
            <a:lstStyle/>
            <a:p>
              <a:pPr eaLnBrk="1" fontAlgn="auto" hangingPunct="1">
                <a:spcBef>
                  <a:spcPts val="0"/>
                </a:spcBef>
                <a:spcAft>
                  <a:spcPts val="0"/>
                </a:spcAft>
                <a:defRPr/>
              </a:pPr>
              <a:endParaRPr lang="en-US" dirty="0">
                <a:latin typeface="+mn-lt"/>
              </a:endParaRPr>
            </a:p>
          </p:txBody>
        </p:sp>
        <p:sp>
          <p:nvSpPr>
            <p:cNvPr id="4" name="Freeform 5">
              <a:extLst>
                <a:ext uri="{FF2B5EF4-FFF2-40B4-BE49-F238E27FC236}">
                  <a16:creationId xmlns:a16="http://schemas.microsoft.com/office/drawing/2014/main" id="{50C073B6-2E13-00C4-EC41-AB58C5FD5714}"/>
                </a:ext>
              </a:extLst>
            </p:cNvPr>
            <p:cNvSpPr>
              <a:spLocks/>
            </p:cNvSpPr>
            <p:nvPr/>
          </p:nvSpPr>
          <p:spPr bwMode="auto">
            <a:xfrm>
              <a:off x="0" y="14678"/>
              <a:ext cx="1162" cy="1162"/>
            </a:xfrm>
            <a:custGeom>
              <a:avLst/>
              <a:gdLst>
                <a:gd name="T0" fmla="*/ 0 w 1162"/>
                <a:gd name="T1" fmla="*/ 14679 h 1162"/>
                <a:gd name="T2" fmla="*/ 0 w 1162"/>
                <a:gd name="T3" fmla="*/ 15840 h 1162"/>
                <a:gd name="T4" fmla="*/ 1161 w 1162"/>
                <a:gd name="T5" fmla="*/ 15840 h 1162"/>
                <a:gd name="T6" fmla="*/ 0 w 1162"/>
                <a:gd name="T7" fmla="*/ 14679 h 1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PK"/>
            </a:p>
          </p:txBody>
        </p:sp>
        <p:sp>
          <p:nvSpPr>
            <p:cNvPr id="5" name="Freeform 7">
              <a:extLst>
                <a:ext uri="{FF2B5EF4-FFF2-40B4-BE49-F238E27FC236}">
                  <a16:creationId xmlns:a16="http://schemas.microsoft.com/office/drawing/2014/main" id="{8D2BF18F-9344-8852-A5C0-E7BCDEAEA4C9}"/>
                </a:ext>
              </a:extLst>
            </p:cNvPr>
            <p:cNvSpPr>
              <a:spLocks/>
            </p:cNvSpPr>
            <p:nvPr/>
          </p:nvSpPr>
          <p:spPr bwMode="auto">
            <a:xfrm>
              <a:off x="1220" y="14676"/>
              <a:ext cx="2328" cy="1164"/>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p:spPr>
          <p:txBody>
            <a:bodyPr upright="1"/>
            <a:lstStyle/>
            <a:p>
              <a:pPr eaLnBrk="1" fontAlgn="auto" hangingPunct="1">
                <a:spcBef>
                  <a:spcPts val="0"/>
                </a:spcBef>
                <a:spcAft>
                  <a:spcPts val="0"/>
                </a:spcAft>
                <a:defRPr/>
              </a:pPr>
              <a:endParaRPr lang="en-US" dirty="0">
                <a:latin typeface="+mn-lt"/>
              </a:endParaRPr>
            </a:p>
          </p:txBody>
        </p:sp>
      </p:grpSp>
      <p:cxnSp>
        <p:nvCxnSpPr>
          <p:cNvPr id="8" name="Straight Connector 7" descr="&quot;&quot;">
            <a:extLst>
              <a:ext uri="{FF2B5EF4-FFF2-40B4-BE49-F238E27FC236}">
                <a16:creationId xmlns:a16="http://schemas.microsoft.com/office/drawing/2014/main" id="{64149AF2-6944-DC3D-7A3D-E2D7FCB5BCBD}"/>
              </a:ext>
            </a:extLst>
          </p:cNvPr>
          <p:cNvCxnSpPr>
            <a:cxnSpLocks/>
          </p:cNvCxnSpPr>
          <p:nvPr userDrawn="1"/>
        </p:nvCxnSpPr>
        <p:spPr>
          <a:xfrm>
            <a:off x="593725" y="2149475"/>
            <a:ext cx="2133600" cy="3175"/>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6" name="Title 1"/>
          <p:cNvSpPr>
            <a:spLocks noGrp="1"/>
          </p:cNvSpPr>
          <p:nvPr>
            <p:ph type="title"/>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edit Master title style</a:t>
            </a:r>
            <a:endParaRPr lang="en-US" dirty="0"/>
          </a:p>
        </p:txBody>
      </p:sp>
      <p:sp>
        <p:nvSpPr>
          <p:cNvPr id="6" name="Content Placeholder 5"/>
          <p:cNvSpPr>
            <a:spLocks noGrp="1"/>
          </p:cNvSpPr>
          <p:nvPr>
            <p:ph sz="quarter" idx="13"/>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5"/>
          <p:cNvSpPr>
            <a:spLocks noGrp="1"/>
          </p:cNvSpPr>
          <p:nvPr>
            <p:ph sz="quarter" idx="14"/>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7">
            <a:extLst>
              <a:ext uri="{FF2B5EF4-FFF2-40B4-BE49-F238E27FC236}">
                <a16:creationId xmlns:a16="http://schemas.microsoft.com/office/drawing/2014/main" id="{C7F7307B-414F-185C-3FDC-0E72F616C2DB}"/>
              </a:ext>
            </a:extLst>
          </p:cNvPr>
          <p:cNvSpPr>
            <a:spLocks noGrp="1"/>
          </p:cNvSpPr>
          <p:nvPr>
            <p:ph type="dt" sz="half" idx="15"/>
          </p:nvPr>
        </p:nvSpPr>
        <p:spPr/>
        <p:txBody>
          <a:bodyPr/>
          <a:lstStyle>
            <a:lvl1pPr>
              <a:defRPr/>
            </a:lvl1pPr>
          </a:lstStyle>
          <a:p>
            <a:pPr>
              <a:defRPr/>
            </a:pPr>
            <a:endParaRPr lang="en-US"/>
          </a:p>
        </p:txBody>
      </p:sp>
      <p:sp>
        <p:nvSpPr>
          <p:cNvPr id="10" name="Slide Number Placeholder 9">
            <a:extLst>
              <a:ext uri="{FF2B5EF4-FFF2-40B4-BE49-F238E27FC236}">
                <a16:creationId xmlns:a16="http://schemas.microsoft.com/office/drawing/2014/main" id="{9786F447-EF98-C631-B7D8-C27D0065D92E}"/>
              </a:ext>
            </a:extLst>
          </p:cNvPr>
          <p:cNvSpPr>
            <a:spLocks noGrp="1"/>
          </p:cNvSpPr>
          <p:nvPr>
            <p:ph type="sldNum" sz="quarter" idx="16"/>
          </p:nvPr>
        </p:nvSpPr>
        <p:spPr/>
        <p:txBody>
          <a:bodyPr/>
          <a:lstStyle>
            <a:lvl1pPr>
              <a:defRPr/>
            </a:lvl1pPr>
          </a:lstStyle>
          <a:p>
            <a:pPr>
              <a:defRPr/>
            </a:pPr>
            <a:fld id="{E2585F8E-DAFC-4F2C-A2EB-DBD69315B627}" type="slidenum">
              <a:rPr lang="en-US"/>
              <a:pPr>
                <a:defRPr/>
              </a:pPr>
              <a:t>‹#›</a:t>
            </a:fld>
            <a:endParaRPr lang="en-US" dirty="0"/>
          </a:p>
        </p:txBody>
      </p:sp>
    </p:spTree>
    <p:extLst>
      <p:ext uri="{BB962C8B-B14F-4D97-AF65-F5344CB8AC3E}">
        <p14:creationId xmlns:p14="http://schemas.microsoft.com/office/powerpoint/2010/main" val="6811080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cxnSp>
        <p:nvCxnSpPr>
          <p:cNvPr id="2" name="Straight Connector 1" descr="&quot;&quot;">
            <a:extLst>
              <a:ext uri="{FF2B5EF4-FFF2-40B4-BE49-F238E27FC236}">
                <a16:creationId xmlns:a16="http://schemas.microsoft.com/office/drawing/2014/main" id="{16BDD42B-5F60-51B6-7863-F85223624A5A}"/>
              </a:ext>
            </a:extLst>
          </p:cNvPr>
          <p:cNvCxnSpPr>
            <a:cxnSpLocks/>
          </p:cNvCxnSpPr>
          <p:nvPr userDrawn="1"/>
        </p:nvCxnSpPr>
        <p:spPr>
          <a:xfrm>
            <a:off x="593725" y="2149475"/>
            <a:ext cx="2133600" cy="3175"/>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6" name="Title 1"/>
          <p:cNvSpPr>
            <a:spLocks noGrp="1"/>
          </p:cNvSpPr>
          <p:nvPr>
            <p:ph type="title"/>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edit Master title style</a:t>
            </a:r>
            <a:endParaRPr lang="en-US" dirty="0"/>
          </a:p>
        </p:txBody>
      </p:sp>
      <p:sp>
        <p:nvSpPr>
          <p:cNvPr id="9" name="Table Placeholder 2"/>
          <p:cNvSpPr>
            <a:spLocks noGrp="1"/>
          </p:cNvSpPr>
          <p:nvPr>
            <p:ph type="tbl" sz="quarter" idx="10"/>
          </p:nvPr>
        </p:nvSpPr>
        <p:spPr>
          <a:xfrm>
            <a:off x="594360" y="2628629"/>
            <a:ext cx="10972800" cy="3636740"/>
          </a:xfrm>
        </p:spPr>
        <p:txBody>
          <a:bodyPr rtlCol="0">
            <a:noAutofit/>
          </a:bodyPr>
          <a:lstStyle>
            <a:lvl1pPr>
              <a:defRPr/>
            </a:lvl1pPr>
          </a:lstStyle>
          <a:p>
            <a:pPr lvl="0"/>
            <a:r>
              <a:rPr lang="en-US" noProof="0"/>
              <a:t>Click icon to add table</a:t>
            </a:r>
            <a:endParaRPr lang="en-US" noProof="0" dirty="0"/>
          </a:p>
        </p:txBody>
      </p:sp>
      <p:sp>
        <p:nvSpPr>
          <p:cNvPr id="3" name="Slide Number Placeholder 9">
            <a:extLst>
              <a:ext uri="{FF2B5EF4-FFF2-40B4-BE49-F238E27FC236}">
                <a16:creationId xmlns:a16="http://schemas.microsoft.com/office/drawing/2014/main" id="{5E119F88-7411-E0CB-640C-8D8D57DF4743}"/>
              </a:ext>
            </a:extLst>
          </p:cNvPr>
          <p:cNvSpPr>
            <a:spLocks noGrp="1"/>
          </p:cNvSpPr>
          <p:nvPr>
            <p:ph type="sldNum" sz="quarter" idx="11"/>
          </p:nvPr>
        </p:nvSpPr>
        <p:spPr/>
        <p:txBody>
          <a:bodyPr/>
          <a:lstStyle>
            <a:lvl1pPr>
              <a:defRPr/>
            </a:lvl1pPr>
          </a:lstStyle>
          <a:p>
            <a:pPr>
              <a:defRPr/>
            </a:pPr>
            <a:fld id="{AADFC707-67BE-4C4B-870F-2CE9D5F100D4}" type="slidenum">
              <a:rPr lang="en-US"/>
              <a:pPr>
                <a:defRPr/>
              </a:pPr>
              <a:t>‹#›</a:t>
            </a:fld>
            <a:endParaRPr lang="en-US" dirty="0"/>
          </a:p>
        </p:txBody>
      </p:sp>
      <p:sp>
        <p:nvSpPr>
          <p:cNvPr id="4" name="Date Placeholder 7">
            <a:extLst>
              <a:ext uri="{FF2B5EF4-FFF2-40B4-BE49-F238E27FC236}">
                <a16:creationId xmlns:a16="http://schemas.microsoft.com/office/drawing/2014/main" id="{E8C09302-410E-35B6-0E3D-F389758619AC}"/>
              </a:ext>
            </a:extLst>
          </p:cNvPr>
          <p:cNvSpPr>
            <a:spLocks noGrp="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3350801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grpSp>
        <p:nvGrpSpPr>
          <p:cNvPr id="3" name="Group 1">
            <a:extLst>
              <a:ext uri="{FF2B5EF4-FFF2-40B4-BE49-F238E27FC236}">
                <a16:creationId xmlns:a16="http://schemas.microsoft.com/office/drawing/2014/main" id="{385729FA-4CAD-8B67-8E3C-685B92D0BA1B}"/>
              </a:ext>
              <a:ext uri="{C183D7F6-B498-43B3-948B-1728B52AA6E4}">
                <adec:decorative xmlns:adec="http://schemas.microsoft.com/office/drawing/2017/decorative" xmlns="" val="1"/>
              </a:ext>
            </a:extLst>
          </p:cNvPr>
          <p:cNvGrpSpPr>
            <a:grpSpLocks/>
          </p:cNvGrpSpPr>
          <p:nvPr userDrawn="1"/>
        </p:nvGrpSpPr>
        <p:grpSpPr bwMode="auto">
          <a:xfrm flipH="1" flipV="1">
            <a:off x="6092825" y="0"/>
            <a:ext cx="6099175" cy="6099175"/>
            <a:chOff x="0" y="12289"/>
            <a:chExt cx="3550" cy="3551"/>
          </a:xfrm>
        </p:grpSpPr>
        <p:sp>
          <p:nvSpPr>
            <p:cNvPr id="4" name="Freeform 9">
              <a:extLst>
                <a:ext uri="{FF2B5EF4-FFF2-40B4-BE49-F238E27FC236}">
                  <a16:creationId xmlns:a16="http://schemas.microsoft.com/office/drawing/2014/main" id="{59F2F4CD-5B8A-19D2-C5E6-01F1748BA75D}"/>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p:spPr>
          <p:txBody>
            <a:bodyPr upright="1"/>
            <a:lstStyle/>
            <a:p>
              <a:pPr eaLnBrk="1" fontAlgn="auto" hangingPunct="1">
                <a:spcBef>
                  <a:spcPts val="0"/>
                </a:spcBef>
                <a:spcAft>
                  <a:spcPts val="0"/>
                </a:spcAft>
                <a:defRPr/>
              </a:pPr>
              <a:endParaRPr lang="en-US" dirty="0">
                <a:latin typeface="+mn-lt"/>
              </a:endParaRPr>
            </a:p>
          </p:txBody>
        </p:sp>
        <p:sp>
          <p:nvSpPr>
            <p:cNvPr id="5" name="Freeform 10">
              <a:extLst>
                <a:ext uri="{FF2B5EF4-FFF2-40B4-BE49-F238E27FC236}">
                  <a16:creationId xmlns:a16="http://schemas.microsoft.com/office/drawing/2014/main" id="{5F20FD19-5CAE-2DCA-E6FE-C79F9F268F9B}"/>
                </a:ext>
              </a:extLst>
            </p:cNvPr>
            <p:cNvSpPr>
              <a:spLocks/>
            </p:cNvSpPr>
            <p:nvPr/>
          </p:nvSpPr>
          <p:spPr bwMode="auto">
            <a:xfrm>
              <a:off x="0" y="14678"/>
              <a:ext cx="1162" cy="1162"/>
            </a:xfrm>
            <a:custGeom>
              <a:avLst/>
              <a:gdLst>
                <a:gd name="T0" fmla="*/ 0 w 1162"/>
                <a:gd name="T1" fmla="*/ 14679 h 1162"/>
                <a:gd name="T2" fmla="*/ 0 w 1162"/>
                <a:gd name="T3" fmla="*/ 15840 h 1162"/>
                <a:gd name="T4" fmla="*/ 1161 w 1162"/>
                <a:gd name="T5" fmla="*/ 15840 h 1162"/>
                <a:gd name="T6" fmla="*/ 0 w 1162"/>
                <a:gd name="T7" fmla="*/ 14679 h 1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PK"/>
            </a:p>
          </p:txBody>
        </p:sp>
        <p:sp>
          <p:nvSpPr>
            <p:cNvPr id="6" name="Freeform 11">
              <a:extLst>
                <a:ext uri="{FF2B5EF4-FFF2-40B4-BE49-F238E27FC236}">
                  <a16:creationId xmlns:a16="http://schemas.microsoft.com/office/drawing/2014/main" id="{1C6883A9-E929-15BD-82F5-49999B2016BB}"/>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p:spPr>
          <p:txBody>
            <a:bodyPr upright="1"/>
            <a:lstStyle/>
            <a:p>
              <a:pPr eaLnBrk="1" fontAlgn="auto" hangingPunct="1">
                <a:spcBef>
                  <a:spcPts val="0"/>
                </a:spcBef>
                <a:spcAft>
                  <a:spcPts val="0"/>
                </a:spcAft>
                <a:defRPr/>
              </a:pPr>
              <a:endParaRPr lang="en-US" dirty="0">
                <a:latin typeface="+mn-lt"/>
              </a:endParaRPr>
            </a:p>
          </p:txBody>
        </p:sp>
      </p:grpSp>
      <p:cxnSp>
        <p:nvCxnSpPr>
          <p:cNvPr id="7" name="Straight Connector 6" descr="&quot;&quot;">
            <a:extLst>
              <a:ext uri="{FF2B5EF4-FFF2-40B4-BE49-F238E27FC236}">
                <a16:creationId xmlns:a16="http://schemas.microsoft.com/office/drawing/2014/main" id="{5AE79EE1-7FC0-0A14-0E1E-6B26C866A05F}"/>
              </a:ext>
            </a:extLst>
          </p:cNvPr>
          <p:cNvCxnSpPr>
            <a:cxnSpLocks/>
          </p:cNvCxnSpPr>
          <p:nvPr userDrawn="1"/>
        </p:nvCxnSpPr>
        <p:spPr>
          <a:xfrm>
            <a:off x="593725" y="3949700"/>
            <a:ext cx="2133600" cy="4763"/>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ctrTitle"/>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edit Master title style</a:t>
            </a:r>
            <a:endParaRPr lang="en-US" dirty="0"/>
          </a:p>
        </p:txBody>
      </p:sp>
      <p:sp>
        <p:nvSpPr>
          <p:cNvPr id="18" name="Text Placeholder 29"/>
          <p:cNvSpPr>
            <a:spLocks noGrp="1"/>
          </p:cNvSpPr>
          <p:nvPr>
            <p:ph type="body" sz="quarter" idx="1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edit Master text styles</a:t>
            </a:r>
          </a:p>
        </p:txBody>
      </p:sp>
    </p:spTree>
    <p:extLst>
      <p:ext uri="{BB962C8B-B14F-4D97-AF65-F5344CB8AC3E}">
        <p14:creationId xmlns:p14="http://schemas.microsoft.com/office/powerpoint/2010/main" val="722690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Text Placeholder 2">
            <a:extLst>
              <a:ext uri="{FF2B5EF4-FFF2-40B4-BE49-F238E27FC236}">
                <a16:creationId xmlns:a16="http://schemas.microsoft.com/office/drawing/2014/main" id="{546DE46F-9B85-0EF8-9A5A-F6B487D5C919}"/>
              </a:ext>
            </a:extLst>
          </p:cNvPr>
          <p:cNvSpPr>
            <a:spLocks noGrp="1" noChangeArrowheads="1"/>
          </p:cNvSpPr>
          <p:nvPr>
            <p:ph type="body" idx="1"/>
          </p:nvPr>
        </p:nvSpPr>
        <p:spPr bwMode="auto">
          <a:xfrm>
            <a:off x="593725" y="1825625"/>
            <a:ext cx="1038225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PK"/>
              <a:t>Click to edit Master text styles</a:t>
            </a:r>
          </a:p>
          <a:p>
            <a:pPr lvl="1"/>
            <a:r>
              <a:rPr lang="en-US" altLang="en-PK"/>
              <a:t>Second level</a:t>
            </a:r>
          </a:p>
          <a:p>
            <a:pPr lvl="2"/>
            <a:r>
              <a:rPr lang="en-US" altLang="en-PK"/>
              <a:t>Third level</a:t>
            </a:r>
          </a:p>
          <a:p>
            <a:pPr lvl="3"/>
            <a:r>
              <a:rPr lang="en-US" altLang="en-PK"/>
              <a:t>Fourth level</a:t>
            </a:r>
          </a:p>
          <a:p>
            <a:pPr lvl="4"/>
            <a:r>
              <a:rPr lang="en-US" altLang="en-PK"/>
              <a:t>Fifth level</a:t>
            </a:r>
          </a:p>
        </p:txBody>
      </p:sp>
      <p:sp>
        <p:nvSpPr>
          <p:cNvPr id="12" name="Title Placeholder 11">
            <a:extLst>
              <a:ext uri="{FF2B5EF4-FFF2-40B4-BE49-F238E27FC236}">
                <a16:creationId xmlns:a16="http://schemas.microsoft.com/office/drawing/2014/main" id="{0206FAF3-B0E9-1270-2911-1C7B7EDECFF7}"/>
              </a:ext>
            </a:extLst>
          </p:cNvPr>
          <p:cNvSpPr>
            <a:spLocks noGrp="1"/>
          </p:cNvSpPr>
          <p:nvPr>
            <p:ph type="title"/>
          </p:nvPr>
        </p:nvSpPr>
        <p:spPr>
          <a:xfrm>
            <a:off x="593725"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7D8BEBAF-B08A-5EF0-5B91-7F530E3C27B4}"/>
              </a:ext>
            </a:extLst>
          </p:cNvPr>
          <p:cNvSpPr>
            <a:spLocks noGrp="1"/>
          </p:cNvSpPr>
          <p:nvPr>
            <p:ph type="dt" sz="half" idx="2"/>
          </p:nvPr>
        </p:nvSpPr>
        <p:spPr>
          <a:xfrm>
            <a:off x="1133475" y="6332538"/>
            <a:ext cx="1312863" cy="247650"/>
          </a:xfrm>
          <a:prstGeom prst="rect">
            <a:avLst/>
          </a:prstGeom>
        </p:spPr>
        <p:txBody>
          <a:bodyPr vert="horz" lIns="0" tIns="0" rIns="0" bIns="0" rtlCol="0" anchor="t" anchorCtr="0"/>
          <a:lstStyle>
            <a:lvl1pPr algn="l" eaLnBrk="1" fontAlgn="auto" hangingPunct="1">
              <a:spcBef>
                <a:spcPts val="0"/>
              </a:spcBef>
              <a:spcAft>
                <a:spcPts val="0"/>
              </a:spcAft>
              <a:defRPr sz="1100" b="0" i="0" dirty="0">
                <a:solidFill>
                  <a:schemeClr val="bg1"/>
                </a:solidFill>
                <a:latin typeface="+mn-lt"/>
              </a:defRPr>
            </a:lvl1pPr>
          </a:lstStyle>
          <a:p>
            <a:pPr>
              <a:defRPr/>
            </a:pPr>
            <a:endParaRPr lang="en-US"/>
          </a:p>
        </p:txBody>
      </p:sp>
      <p:sp>
        <p:nvSpPr>
          <p:cNvPr id="32" name="Slide Number Placeholder 5">
            <a:extLst>
              <a:ext uri="{FF2B5EF4-FFF2-40B4-BE49-F238E27FC236}">
                <a16:creationId xmlns:a16="http://schemas.microsoft.com/office/drawing/2014/main" id="{D716ABE5-5BBC-282E-E10E-6FF8F5D1D3AB}"/>
              </a:ext>
            </a:extLst>
          </p:cNvPr>
          <p:cNvSpPr>
            <a:spLocks noGrp="1"/>
          </p:cNvSpPr>
          <p:nvPr>
            <p:ph type="sldNum" sz="quarter" idx="4"/>
          </p:nvPr>
        </p:nvSpPr>
        <p:spPr>
          <a:xfrm>
            <a:off x="593725" y="6332538"/>
            <a:ext cx="523875" cy="247650"/>
          </a:xfrm>
          <a:prstGeom prst="rect">
            <a:avLst/>
          </a:prstGeom>
        </p:spPr>
        <p:txBody>
          <a:bodyPr vert="horz" lIns="0" tIns="0" rIns="0" bIns="0" rtlCol="0" anchor="t" anchorCtr="0"/>
          <a:lstStyle>
            <a:lvl1pPr algn="l" eaLnBrk="1" fontAlgn="auto" hangingPunct="1">
              <a:spcBef>
                <a:spcPts val="0"/>
              </a:spcBef>
              <a:spcAft>
                <a:spcPts val="0"/>
              </a:spcAft>
              <a:defRPr sz="1100" b="1" i="0" smtClean="0">
                <a:solidFill>
                  <a:schemeClr val="bg1"/>
                </a:solidFill>
                <a:latin typeface="+mn-lt"/>
              </a:defRPr>
            </a:lvl1pPr>
          </a:lstStyle>
          <a:p>
            <a:pPr>
              <a:defRPr/>
            </a:pPr>
            <a:fld id="{2D6AB251-8641-42BA-8991-C2A8B31E5A27}" type="slidenum">
              <a:rPr lang="en-US"/>
              <a:pPr>
                <a:defRPr/>
              </a:pPr>
              <a:t>‹#›</a:t>
            </a:fld>
            <a:endParaRPr lang="en-US" dirty="0"/>
          </a:p>
        </p:txBody>
      </p:sp>
    </p:spTree>
  </p:cSld>
  <p:clrMap bg1="dk1" tx1="lt1" bg2="dk2" tx2="lt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Lst>
  <p:hf hdr="0" dt="0"/>
  <p:txStyles>
    <p:titleStyle>
      <a:lvl1pPr algn="l" rtl="0" fontAlgn="base">
        <a:lnSpc>
          <a:spcPct val="80000"/>
        </a:lnSpc>
        <a:spcBef>
          <a:spcPct val="0"/>
        </a:spcBef>
        <a:spcAft>
          <a:spcPct val="0"/>
        </a:spcAft>
        <a:defRPr sz="4400" b="1" kern="1200" spc="100">
          <a:solidFill>
            <a:schemeClr val="bg1"/>
          </a:solidFill>
          <a:latin typeface="+mj-lt"/>
          <a:ea typeface="+mj-ea"/>
          <a:cs typeface="+mj-cs"/>
        </a:defRPr>
      </a:lvl1pPr>
      <a:lvl2pPr algn="l" rtl="0" fontAlgn="base">
        <a:lnSpc>
          <a:spcPct val="80000"/>
        </a:lnSpc>
        <a:spcBef>
          <a:spcPct val="0"/>
        </a:spcBef>
        <a:spcAft>
          <a:spcPct val="0"/>
        </a:spcAft>
        <a:defRPr sz="4400" b="1">
          <a:solidFill>
            <a:schemeClr val="bg1"/>
          </a:solidFill>
          <a:latin typeface="Franklin Gothic Demi" panose="020B0703020102020204" pitchFamily="34" charset="0"/>
        </a:defRPr>
      </a:lvl2pPr>
      <a:lvl3pPr algn="l" rtl="0" fontAlgn="base">
        <a:lnSpc>
          <a:spcPct val="80000"/>
        </a:lnSpc>
        <a:spcBef>
          <a:spcPct val="0"/>
        </a:spcBef>
        <a:spcAft>
          <a:spcPct val="0"/>
        </a:spcAft>
        <a:defRPr sz="4400" b="1">
          <a:solidFill>
            <a:schemeClr val="bg1"/>
          </a:solidFill>
          <a:latin typeface="Franklin Gothic Demi" panose="020B0703020102020204" pitchFamily="34" charset="0"/>
        </a:defRPr>
      </a:lvl3pPr>
      <a:lvl4pPr algn="l" rtl="0" fontAlgn="base">
        <a:lnSpc>
          <a:spcPct val="80000"/>
        </a:lnSpc>
        <a:spcBef>
          <a:spcPct val="0"/>
        </a:spcBef>
        <a:spcAft>
          <a:spcPct val="0"/>
        </a:spcAft>
        <a:defRPr sz="4400" b="1">
          <a:solidFill>
            <a:schemeClr val="bg1"/>
          </a:solidFill>
          <a:latin typeface="Franklin Gothic Demi" panose="020B0703020102020204" pitchFamily="34" charset="0"/>
        </a:defRPr>
      </a:lvl4pPr>
      <a:lvl5pPr algn="l" rtl="0" fontAlgn="base">
        <a:lnSpc>
          <a:spcPct val="80000"/>
        </a:lnSpc>
        <a:spcBef>
          <a:spcPct val="0"/>
        </a:spcBef>
        <a:spcAft>
          <a:spcPct val="0"/>
        </a:spcAft>
        <a:defRPr sz="4400" b="1">
          <a:solidFill>
            <a:schemeClr val="bg1"/>
          </a:solidFill>
          <a:latin typeface="Franklin Gothic Demi" panose="020B07030201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2575" algn="l" rtl="0" fontAlgn="base">
        <a:lnSpc>
          <a:spcPct val="90000"/>
        </a:lnSpc>
        <a:spcBef>
          <a:spcPts val="1000"/>
        </a:spcBef>
        <a:spcAft>
          <a:spcPct val="0"/>
        </a:spcAft>
        <a:buFont typeface="Arial" panose="020B0604020202020204" pitchFamily="34" charset="0"/>
        <a:buChar char="•"/>
        <a:defRPr sz="2800" kern="1200">
          <a:solidFill>
            <a:schemeClr val="bg1"/>
          </a:solidFill>
          <a:latin typeface="+mn-lt"/>
          <a:ea typeface="+mn-ea"/>
          <a:cs typeface="+mn-cs"/>
        </a:defRPr>
      </a:lvl1pPr>
      <a:lvl2pPr marL="685800" indent="-282575" algn="l" rtl="0" fontAlgn="base">
        <a:lnSpc>
          <a:spcPct val="90000"/>
        </a:lnSpc>
        <a:spcBef>
          <a:spcPts val="500"/>
        </a:spcBef>
        <a:spcAft>
          <a:spcPct val="0"/>
        </a:spcAft>
        <a:buFont typeface="Arial" panose="020B0604020202020204" pitchFamily="34" charset="0"/>
        <a:buChar char="•"/>
        <a:defRPr sz="2400" kern="1200">
          <a:solidFill>
            <a:schemeClr val="bg1"/>
          </a:solidFill>
          <a:latin typeface="+mn-lt"/>
          <a:ea typeface="+mn-ea"/>
          <a:cs typeface="+mn-cs"/>
        </a:defRPr>
      </a:lvl2pPr>
      <a:lvl3pPr marL="1143000" indent="-282575" algn="l" rtl="0" fontAlgn="base">
        <a:lnSpc>
          <a:spcPct val="90000"/>
        </a:lnSpc>
        <a:spcBef>
          <a:spcPts val="500"/>
        </a:spcBef>
        <a:spcAft>
          <a:spcPct val="0"/>
        </a:spcAft>
        <a:buFont typeface="Arial" panose="020B0604020202020204" pitchFamily="34" charset="0"/>
        <a:buChar char="•"/>
        <a:defRPr sz="2000" kern="1200">
          <a:solidFill>
            <a:schemeClr val="bg1"/>
          </a:solidFill>
          <a:latin typeface="+mn-lt"/>
          <a:ea typeface="+mn-ea"/>
          <a:cs typeface="+mn-cs"/>
        </a:defRPr>
      </a:lvl3pPr>
      <a:lvl4pPr marL="1600200" indent="-282575"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mn-ea"/>
          <a:cs typeface="+mn-cs"/>
        </a:defRPr>
      </a:lvl4pPr>
      <a:lvl5pPr marL="2057400" indent="-282575" algn="l" rtl="0" fontAlgn="base">
        <a:lnSpc>
          <a:spcPct val="90000"/>
        </a:lnSpc>
        <a:spcBef>
          <a:spcPts val="500"/>
        </a:spcBef>
        <a:spcAft>
          <a:spcPct val="0"/>
        </a:spcAft>
        <a:buFont typeface="Arial" panose="020B0604020202020204" pitchFamily="34" charset="0"/>
        <a:buChar char="•"/>
        <a:defRPr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BibiAmna.buic@bahria.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hyperlink" Target="mailto:BibiAmna.buic@bahria.edu.pk" TargetMode="Externa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mailto:BibiAmna.buic@bahria.edu.pk" TargetMode="External"/><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902F8-100F-4EAD-3E23-4401AD72AF8B}"/>
              </a:ext>
            </a:extLst>
          </p:cNvPr>
          <p:cNvSpPr>
            <a:spLocks noGrp="1"/>
          </p:cNvSpPr>
          <p:nvPr>
            <p:ph type="ctrTitle"/>
          </p:nvPr>
        </p:nvSpPr>
        <p:spPr>
          <a:xfrm>
            <a:off x="6310313" y="411163"/>
            <a:ext cx="5486400" cy="3292475"/>
          </a:xfrm>
        </p:spPr>
        <p:txBody>
          <a:bodyPr/>
          <a:lstStyle/>
          <a:p>
            <a:pPr fontAlgn="auto">
              <a:spcAft>
                <a:spcPts val="0"/>
              </a:spcAft>
              <a:defRPr/>
            </a:pPr>
            <a:r>
              <a:rPr lang="en-US" dirty="0"/>
              <a:t>Software Quality Assurance</a:t>
            </a:r>
          </a:p>
        </p:txBody>
      </p:sp>
      <p:sp>
        <p:nvSpPr>
          <p:cNvPr id="17411" name="TextBox 2">
            <a:extLst>
              <a:ext uri="{FF2B5EF4-FFF2-40B4-BE49-F238E27FC236}">
                <a16:creationId xmlns:a16="http://schemas.microsoft.com/office/drawing/2014/main" id="{7972327C-05EC-DC7F-21D2-1D03F643D74F}"/>
              </a:ext>
            </a:extLst>
          </p:cNvPr>
          <p:cNvSpPr txBox="1">
            <a:spLocks noChangeArrowheads="1"/>
          </p:cNvSpPr>
          <p:nvPr/>
        </p:nvSpPr>
        <p:spPr bwMode="auto">
          <a:xfrm>
            <a:off x="6362700" y="5091113"/>
            <a:ext cx="341153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eaLnBrk="1" hangingPunct="1"/>
            <a:r>
              <a:rPr lang="en-US" altLang="en-PK" dirty="0">
                <a:solidFill>
                  <a:schemeClr val="bg1"/>
                </a:solidFill>
              </a:rPr>
              <a:t>By:</a:t>
            </a:r>
          </a:p>
          <a:p>
            <a:pPr eaLnBrk="1" hangingPunct="1"/>
            <a:r>
              <a:rPr lang="en-US" altLang="en-PK" dirty="0">
                <a:solidFill>
                  <a:schemeClr val="bg1"/>
                </a:solidFill>
              </a:rPr>
              <a:t>Bibi Amna</a:t>
            </a:r>
          </a:p>
          <a:p>
            <a:pPr eaLnBrk="1" hangingPunct="1"/>
            <a:r>
              <a:rPr lang="en-US" altLang="en-PK" dirty="0">
                <a:solidFill>
                  <a:schemeClr val="bg1"/>
                </a:solidFill>
              </a:rPr>
              <a:t>Bahria University, Islamabad</a:t>
            </a:r>
          </a:p>
          <a:p>
            <a:pPr eaLnBrk="1" hangingPunct="1"/>
            <a:r>
              <a:rPr lang="en-US" dirty="0">
                <a:hlinkClick r:id="rId3"/>
              </a:rPr>
              <a:t>BibiAmna.buic@bahria.edu.pk</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5545FCF8-D503-9A5A-06C9-3BCED8191702}"/>
              </a:ext>
            </a:extLst>
          </p:cNvPr>
          <p:cNvSpPr>
            <a:spLocks noGrp="1"/>
          </p:cNvSpPr>
          <p:nvPr>
            <p:ph type="title"/>
          </p:nvPr>
        </p:nvSpPr>
        <p:spPr>
          <a:xfrm>
            <a:off x="593725" y="277813"/>
            <a:ext cx="9779000" cy="1495425"/>
          </a:xfrm>
        </p:spPr>
        <p:txBody>
          <a:bodyPr>
            <a:normAutofit/>
          </a:bodyPr>
          <a:lstStyle/>
          <a:p>
            <a:pPr fontAlgn="auto">
              <a:spcAft>
                <a:spcPts val="0"/>
              </a:spcAft>
              <a:defRPr/>
            </a:pPr>
            <a:r>
              <a:rPr lang="en-US" dirty="0"/>
              <a:t>Assessment Methods and Weightage</a:t>
            </a:r>
          </a:p>
        </p:txBody>
      </p:sp>
      <p:sp>
        <p:nvSpPr>
          <p:cNvPr id="19459" name="Content Placeholder 2">
            <a:extLst>
              <a:ext uri="{FF2B5EF4-FFF2-40B4-BE49-F238E27FC236}">
                <a16:creationId xmlns:a16="http://schemas.microsoft.com/office/drawing/2014/main" id="{776690CA-24B5-83DA-E95E-E8C6702E18D6}"/>
              </a:ext>
            </a:extLst>
          </p:cNvPr>
          <p:cNvSpPr txBox="1">
            <a:spLocks noChangeArrowheads="1"/>
          </p:cNvSpPr>
          <p:nvPr/>
        </p:nvSpPr>
        <p:spPr bwMode="auto">
          <a:xfrm>
            <a:off x="593725" y="2676525"/>
            <a:ext cx="4491038" cy="359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bIns="0"/>
          <a:lstStyle>
            <a:lvl1pPr>
              <a:lnSpc>
                <a:spcPct val="90000"/>
              </a:lnSpc>
              <a:spcBef>
                <a:spcPts val="1000"/>
              </a:spcBef>
              <a:buFont typeface="Arial" panose="020B0604020202020204" pitchFamily="34" charset="0"/>
              <a:buChar char="•"/>
              <a:defRPr sz="2800">
                <a:solidFill>
                  <a:schemeClr val="bg1"/>
                </a:solidFill>
                <a:latin typeface="Franklin Gothic Book" panose="020B0503020102020204" pitchFamily="34" charset="0"/>
              </a:defRPr>
            </a:lvl1pPr>
            <a:lvl2pPr marL="685800" indent="-282575">
              <a:lnSpc>
                <a:spcPct val="90000"/>
              </a:lnSpc>
              <a:spcBef>
                <a:spcPts val="500"/>
              </a:spcBef>
              <a:buFont typeface="Arial" panose="020B0604020202020204" pitchFamily="34" charset="0"/>
              <a:buChar char="•"/>
              <a:defRPr sz="2400">
                <a:solidFill>
                  <a:schemeClr val="bg1"/>
                </a:solidFill>
                <a:latin typeface="Franklin Gothic Book" panose="020B0503020102020204" pitchFamily="34" charset="0"/>
              </a:defRPr>
            </a:lvl2pPr>
            <a:lvl3pPr marL="1143000" indent="-282575">
              <a:lnSpc>
                <a:spcPct val="90000"/>
              </a:lnSpc>
              <a:spcBef>
                <a:spcPts val="500"/>
              </a:spcBef>
              <a:buFont typeface="Arial" panose="020B0604020202020204" pitchFamily="34" charset="0"/>
              <a:buChar char="•"/>
              <a:defRPr sz="2000">
                <a:solidFill>
                  <a:schemeClr val="bg1"/>
                </a:solidFill>
                <a:latin typeface="Franklin Gothic Book" panose="020B0503020102020204" pitchFamily="34" charset="0"/>
              </a:defRPr>
            </a:lvl3pPr>
            <a:lvl4pPr marL="1600200" indent="-282575">
              <a:lnSpc>
                <a:spcPct val="90000"/>
              </a:lnSpc>
              <a:spcBef>
                <a:spcPts val="500"/>
              </a:spcBef>
              <a:buFont typeface="Arial" panose="020B0604020202020204" pitchFamily="34" charset="0"/>
              <a:buChar char="•"/>
              <a:defRPr>
                <a:solidFill>
                  <a:schemeClr val="bg1"/>
                </a:solidFill>
                <a:latin typeface="Franklin Gothic Book" panose="020B0503020102020204" pitchFamily="34" charset="0"/>
              </a:defRPr>
            </a:lvl4pPr>
            <a:lvl5pPr marL="2057400" indent="-282575">
              <a:lnSpc>
                <a:spcPct val="90000"/>
              </a:lnSpc>
              <a:spcBef>
                <a:spcPts val="500"/>
              </a:spcBef>
              <a:buFont typeface="Arial" panose="020B0604020202020204" pitchFamily="34" charset="0"/>
              <a:buChar char="•"/>
              <a:defRPr>
                <a:solidFill>
                  <a:schemeClr val="bg1"/>
                </a:solidFill>
                <a:latin typeface="Franklin Gothic Book" panose="020B0503020102020204" pitchFamily="34" charset="0"/>
              </a:defRPr>
            </a:lvl5pPr>
            <a:lvl6pPr marL="2514600" indent="-282575"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6pPr>
            <a:lvl7pPr marL="2971800" indent="-282575"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7pPr>
            <a:lvl8pPr marL="3429000" indent="-282575"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8pPr>
            <a:lvl9pPr marL="3886200" indent="-282575"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9pPr>
          </a:lstStyle>
          <a:p>
            <a:pPr eaLnBrk="1" hangingPunct="1">
              <a:spcBef>
                <a:spcPts val="1800"/>
              </a:spcBef>
              <a:buFont typeface="Arial" panose="020B0604020202020204" pitchFamily="34" charset="0"/>
              <a:buNone/>
            </a:pPr>
            <a:r>
              <a:rPr lang="en-US" altLang="en-PK" sz="2000" dirty="0"/>
              <a:t>Quizzes	10</a:t>
            </a:r>
          </a:p>
          <a:p>
            <a:pPr eaLnBrk="1" hangingPunct="1">
              <a:spcBef>
                <a:spcPts val="1800"/>
              </a:spcBef>
              <a:buFont typeface="Arial" panose="020B0604020202020204" pitchFamily="34" charset="0"/>
              <a:buNone/>
            </a:pPr>
            <a:r>
              <a:rPr lang="en-US" altLang="en-PK" sz="2000" dirty="0"/>
              <a:t>Assignments 	10</a:t>
            </a:r>
          </a:p>
          <a:p>
            <a:pPr eaLnBrk="1" hangingPunct="1">
              <a:spcBef>
                <a:spcPts val="1800"/>
              </a:spcBef>
              <a:buFont typeface="Arial" panose="020B0604020202020204" pitchFamily="34" charset="0"/>
              <a:buNone/>
            </a:pPr>
            <a:r>
              <a:rPr lang="en-US" altLang="en-PK" sz="2000" dirty="0"/>
              <a:t>Presentation 	10</a:t>
            </a:r>
          </a:p>
          <a:p>
            <a:pPr eaLnBrk="1" hangingPunct="1">
              <a:spcBef>
                <a:spcPts val="1800"/>
              </a:spcBef>
              <a:buFont typeface="Arial" panose="020B0604020202020204" pitchFamily="34" charset="0"/>
              <a:buNone/>
            </a:pPr>
            <a:r>
              <a:rPr lang="en-US" altLang="en-PK" sz="2000" dirty="0"/>
              <a:t>Mid-Term Examination 	20</a:t>
            </a:r>
          </a:p>
          <a:p>
            <a:pPr eaLnBrk="1" hangingPunct="1">
              <a:spcBef>
                <a:spcPts val="1800"/>
              </a:spcBef>
              <a:buFont typeface="Arial" panose="020B0604020202020204" pitchFamily="34" charset="0"/>
              <a:buNone/>
            </a:pPr>
            <a:r>
              <a:rPr lang="en-US" altLang="en-PK" sz="2000" dirty="0"/>
              <a:t>Final Examination	50</a:t>
            </a:r>
          </a:p>
          <a:p>
            <a:pPr eaLnBrk="1" hangingPunct="1">
              <a:spcBef>
                <a:spcPts val="1800"/>
              </a:spcBef>
              <a:buFont typeface="Arial" panose="020B0604020202020204" pitchFamily="34" charset="0"/>
              <a:buNone/>
            </a:pPr>
            <a:r>
              <a:rPr lang="en-US" altLang="en-PK" sz="2000" b="1" dirty="0"/>
              <a:t>Total 	100</a:t>
            </a:r>
          </a:p>
        </p:txBody>
      </p:sp>
      <p:pic>
        <p:nvPicPr>
          <p:cNvPr id="19460" name="Picture 38" descr="Hand holding a pen shading number on a sheet">
            <a:extLst>
              <a:ext uri="{FF2B5EF4-FFF2-40B4-BE49-F238E27FC236}">
                <a16:creationId xmlns:a16="http://schemas.microsoft.com/office/drawing/2014/main" id="{9E09FD29-D72E-2FF6-B03F-C8D1AD6701DA}"/>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l="16673" r="2" b="2"/>
          <a:stretch>
            <a:fillRect/>
          </a:stretch>
        </p:blipFill>
        <p:spPr bwMode="auto">
          <a:xfrm>
            <a:off x="5881688" y="2676525"/>
            <a:ext cx="4491037" cy="359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Slide Number Placeholder 3">
            <a:extLst>
              <a:ext uri="{FF2B5EF4-FFF2-40B4-BE49-F238E27FC236}">
                <a16:creationId xmlns:a16="http://schemas.microsoft.com/office/drawing/2014/main" id="{ED4DA358-F087-F893-26E6-4D16782BDAE9}"/>
              </a:ext>
            </a:extLst>
          </p:cNvPr>
          <p:cNvSpPr>
            <a:spLocks noGrp="1" noChangeArrowheads="1"/>
          </p:cNvSpPr>
          <p:nvPr>
            <p:ph type="sldNum" sz="quarter" idx="17"/>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ts val="600"/>
              </a:spcAft>
            </a:pPr>
            <a:fld id="{FCD9FC1C-B72B-4EF7-8AF3-E591A3F888C2}" type="slidenum">
              <a:rPr lang="en-US" altLang="en-PK">
                <a:solidFill>
                  <a:schemeClr val="bg1"/>
                </a:solidFill>
              </a:rPr>
              <a:pPr fontAlgn="base">
                <a:spcBef>
                  <a:spcPct val="0"/>
                </a:spcBef>
                <a:spcAft>
                  <a:spcPts val="600"/>
                </a:spcAft>
              </a:pPr>
              <a:t>2</a:t>
            </a:fld>
            <a:endParaRPr lang="en-US" altLang="en-PK">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9697A-B068-2E77-141D-C8A3F7CB41D2}"/>
              </a:ext>
            </a:extLst>
          </p:cNvPr>
          <p:cNvSpPr>
            <a:spLocks noGrp="1"/>
          </p:cNvSpPr>
          <p:nvPr>
            <p:ph type="title"/>
          </p:nvPr>
        </p:nvSpPr>
        <p:spPr>
          <a:xfrm>
            <a:off x="593725" y="277813"/>
            <a:ext cx="9779000" cy="1495425"/>
          </a:xfrm>
        </p:spPr>
        <p:txBody>
          <a:bodyPr/>
          <a:lstStyle/>
          <a:p>
            <a:pPr fontAlgn="auto">
              <a:spcAft>
                <a:spcPts val="0"/>
              </a:spcAft>
              <a:defRPr/>
            </a:pPr>
            <a:r>
              <a:rPr lang="en-US" dirty="0"/>
              <a:t>Learning Material</a:t>
            </a:r>
            <a:endParaRPr lang="en-PK" dirty="0"/>
          </a:p>
        </p:txBody>
      </p:sp>
      <p:sp>
        <p:nvSpPr>
          <p:cNvPr id="20483" name="Content Placeholder 2">
            <a:extLst>
              <a:ext uri="{FF2B5EF4-FFF2-40B4-BE49-F238E27FC236}">
                <a16:creationId xmlns:a16="http://schemas.microsoft.com/office/drawing/2014/main" id="{87D53CB1-390A-9077-758B-8334C4568DD2}"/>
              </a:ext>
            </a:extLst>
          </p:cNvPr>
          <p:cNvSpPr>
            <a:spLocks noGrp="1" noChangeArrowheads="1"/>
          </p:cNvSpPr>
          <p:nvPr>
            <p:ph sz="quarter" idx="15"/>
          </p:nvPr>
        </p:nvSpPr>
        <p:spPr>
          <a:xfrm>
            <a:off x="593725" y="2676525"/>
            <a:ext cx="8604250" cy="3597275"/>
          </a:xfrm>
        </p:spPr>
        <p:txBody>
          <a:bodyPr/>
          <a:lstStyle/>
          <a:p>
            <a:pPr marL="342900" indent="-342900">
              <a:buFont typeface="Arial" panose="020B0604020202020204" pitchFamily="34" charset="0"/>
              <a:buChar char="•"/>
            </a:pPr>
            <a:r>
              <a:rPr lang="en-US" altLang="en-PK"/>
              <a:t>Software Quality Assurance: From theory to Implementation by Daniel Galin, 2004</a:t>
            </a:r>
          </a:p>
          <a:p>
            <a:pPr marL="342900" indent="-342900">
              <a:buFont typeface="Arial" panose="020B0604020202020204" pitchFamily="34" charset="0"/>
              <a:buChar char="•"/>
            </a:pPr>
            <a:r>
              <a:rPr lang="en-US" altLang="en-PK"/>
              <a:t>Software Quality Engineering A Practitioner’s Approach by Witold Suryn, Published Wiley, 2014. </a:t>
            </a:r>
          </a:p>
          <a:p>
            <a:pPr marL="342900" indent="-342900">
              <a:buFont typeface="Arial" panose="020B0604020202020204" pitchFamily="34" charset="0"/>
              <a:buChar char="•"/>
            </a:pPr>
            <a:r>
              <a:rPr lang="en-US" altLang="en-PK"/>
              <a:t>Software Quality Assurance: Principles and Practice by Nina S. Godbole -, 2004</a:t>
            </a:r>
          </a:p>
          <a:p>
            <a:pPr marL="342900" indent="-342900">
              <a:buFont typeface="Arial" panose="020B0604020202020204" pitchFamily="34" charset="0"/>
              <a:buChar char="•"/>
            </a:pPr>
            <a:r>
              <a:rPr lang="en-US" altLang="en-PK"/>
              <a:t>Achieving Software Quality through Teamwork by Isabel Evans, 2004</a:t>
            </a:r>
          </a:p>
          <a:p>
            <a:pPr marL="342900" indent="-342900">
              <a:buFont typeface="Arial" panose="020B0604020202020204" pitchFamily="34" charset="0"/>
              <a:buChar char="•"/>
            </a:pPr>
            <a:endParaRPr lang="en-PK" altLang="en-PK"/>
          </a:p>
        </p:txBody>
      </p:sp>
      <p:sp>
        <p:nvSpPr>
          <p:cNvPr id="20484" name="Slide Number Placeholder 4">
            <a:extLst>
              <a:ext uri="{FF2B5EF4-FFF2-40B4-BE49-F238E27FC236}">
                <a16:creationId xmlns:a16="http://schemas.microsoft.com/office/drawing/2014/main" id="{79F90873-7CBA-E76A-0757-E6F39DA2033F}"/>
              </a:ext>
            </a:extLst>
          </p:cNvPr>
          <p:cNvSpPr>
            <a:spLocks noGrp="1" noChangeArrowheads="1"/>
          </p:cNvSpPr>
          <p:nvPr>
            <p:ph type="sldNum" sz="quarter" idx="17"/>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ct val="0"/>
              </a:spcAft>
            </a:pPr>
            <a:fld id="{09316701-855E-4C72-920E-57BA03C438E8}" type="slidenum">
              <a:rPr lang="en-US" altLang="en-PK">
                <a:solidFill>
                  <a:schemeClr val="bg1"/>
                </a:solidFill>
              </a:rPr>
              <a:pPr fontAlgn="base">
                <a:spcBef>
                  <a:spcPct val="0"/>
                </a:spcBef>
                <a:spcAft>
                  <a:spcPct val="0"/>
                </a:spcAft>
              </a:pPr>
              <a:t>3</a:t>
            </a:fld>
            <a:endParaRPr lang="en-US" altLang="en-PK">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3BC0-E956-181E-C2D5-D71EEDDA8EF1}"/>
              </a:ext>
            </a:extLst>
          </p:cNvPr>
          <p:cNvSpPr>
            <a:spLocks noGrp="1"/>
          </p:cNvSpPr>
          <p:nvPr>
            <p:ph type="title"/>
          </p:nvPr>
        </p:nvSpPr>
        <p:spPr>
          <a:xfrm>
            <a:off x="3660775" y="4662488"/>
            <a:ext cx="7937500" cy="1379537"/>
          </a:xfrm>
        </p:spPr>
        <p:txBody>
          <a:bodyPr>
            <a:normAutofit/>
          </a:bodyPr>
          <a:lstStyle/>
          <a:p>
            <a:pPr fontAlgn="auto">
              <a:spcAft>
                <a:spcPts val="0"/>
              </a:spcAft>
              <a:defRPr/>
            </a:pPr>
            <a:r>
              <a:rPr lang="en-US"/>
              <a:t>Software Quality Assurance</a:t>
            </a:r>
          </a:p>
        </p:txBody>
      </p:sp>
      <p:sp>
        <p:nvSpPr>
          <p:cNvPr id="21507" name="TextBox 3">
            <a:extLst>
              <a:ext uri="{FF2B5EF4-FFF2-40B4-BE49-F238E27FC236}">
                <a16:creationId xmlns:a16="http://schemas.microsoft.com/office/drawing/2014/main" id="{88743E4D-4833-4BFB-E27E-37B0410AF549}"/>
              </a:ext>
            </a:extLst>
          </p:cNvPr>
          <p:cNvSpPr txBox="1">
            <a:spLocks noChangeArrowheads="1"/>
          </p:cNvSpPr>
          <p:nvPr/>
        </p:nvSpPr>
        <p:spPr bwMode="auto">
          <a:xfrm>
            <a:off x="603250" y="584200"/>
            <a:ext cx="2825750" cy="399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74320"/>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eaLnBrk="1" hangingPunct="1">
              <a:lnSpc>
                <a:spcPct val="90000"/>
              </a:lnSpc>
              <a:spcBef>
                <a:spcPts val="1800"/>
              </a:spcBef>
            </a:pPr>
            <a:r>
              <a:rPr lang="en-US" altLang="en-PK" sz="4000" b="1">
                <a:solidFill>
                  <a:schemeClr val="bg1"/>
                </a:solidFill>
              </a:rPr>
              <a:t>Lecture 1</a:t>
            </a:r>
          </a:p>
        </p:txBody>
      </p:sp>
      <p:sp>
        <p:nvSpPr>
          <p:cNvPr id="21508" name="Slide Number Placeholder 4">
            <a:extLst>
              <a:ext uri="{FF2B5EF4-FFF2-40B4-BE49-F238E27FC236}">
                <a16:creationId xmlns:a16="http://schemas.microsoft.com/office/drawing/2014/main" id="{E53ECBBC-796E-05A2-EDBF-838346CCB672}"/>
              </a:ext>
            </a:extLst>
          </p:cNvPr>
          <p:cNvSpPr>
            <a:spLocks noGrp="1" noChangeArrowheads="1"/>
          </p:cNvSpPr>
          <p:nvPr>
            <p:ph type="sldNum" sz="quarter" idx="1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ts val="600"/>
              </a:spcAft>
            </a:pPr>
            <a:fld id="{79634A2C-43CE-472C-8812-8EA2E6343240}" type="slidenum">
              <a:rPr lang="en-US" altLang="en-PK">
                <a:solidFill>
                  <a:schemeClr val="bg1"/>
                </a:solidFill>
              </a:rPr>
              <a:pPr fontAlgn="base">
                <a:spcBef>
                  <a:spcPct val="0"/>
                </a:spcBef>
                <a:spcAft>
                  <a:spcPts val="600"/>
                </a:spcAft>
              </a:pPr>
              <a:t>4</a:t>
            </a:fld>
            <a:endParaRPr lang="en-US" altLang="en-PK">
              <a:solidFill>
                <a:schemeClr val="bg1"/>
              </a:solidFill>
            </a:endParaRPr>
          </a:p>
        </p:txBody>
      </p:sp>
      <p:graphicFrame>
        <p:nvGraphicFramePr>
          <p:cNvPr id="6" name="TextBox 2">
            <a:extLst>
              <a:ext uri="{FF2B5EF4-FFF2-40B4-BE49-F238E27FC236}">
                <a16:creationId xmlns:a16="http://schemas.microsoft.com/office/drawing/2014/main" id="{42B5A57F-2823-201B-165D-F8F29C12E26B}"/>
              </a:ext>
            </a:extLst>
          </p:cNvPr>
          <p:cNvGraphicFramePr/>
          <p:nvPr/>
        </p:nvGraphicFramePr>
        <p:xfrm>
          <a:off x="3670934" y="584005"/>
          <a:ext cx="7926705" cy="39990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1510" name="TextBox 4">
            <a:extLst>
              <a:ext uri="{FF2B5EF4-FFF2-40B4-BE49-F238E27FC236}">
                <a16:creationId xmlns:a16="http://schemas.microsoft.com/office/drawing/2014/main" id="{48666059-2DDA-3F11-DA1B-40668DE9AD29}"/>
              </a:ext>
            </a:extLst>
          </p:cNvPr>
          <p:cNvSpPr txBox="1">
            <a:spLocks noChangeArrowheads="1"/>
          </p:cNvSpPr>
          <p:nvPr/>
        </p:nvSpPr>
        <p:spPr bwMode="auto">
          <a:xfrm>
            <a:off x="3660775" y="6456363"/>
            <a:ext cx="75455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eaLnBrk="1" hangingPunct="1"/>
            <a:r>
              <a:rPr lang="en-US" altLang="en-PK" dirty="0">
                <a:solidFill>
                  <a:schemeClr val="bg1"/>
                </a:solidFill>
              </a:rPr>
              <a:t>By: Bibi Amna| Bahria University Islamabad | </a:t>
            </a:r>
            <a:r>
              <a:rPr lang="en-US" dirty="0">
                <a:solidFill>
                  <a:schemeClr val="bg1"/>
                </a:solidFill>
                <a:hlinkClick r:id="rId8">
                  <a:extLst>
                    <a:ext uri="{A12FA001-AC4F-418D-AE19-62706E023703}">
                      <ahyp:hlinkClr xmlns:ahyp="http://schemas.microsoft.com/office/drawing/2018/hyperlinkcolor" xmlns="" val="tx"/>
                    </a:ext>
                  </a:extLst>
                </a:hlinkClick>
              </a:rPr>
              <a:t>BibiAmna.buic@bahria.edu.pk</a:t>
            </a:r>
            <a:endParaRPr lang="en-US"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2EED1-4501-0136-DAF4-E6B10D5911B4}"/>
              </a:ext>
            </a:extLst>
          </p:cNvPr>
          <p:cNvSpPr>
            <a:spLocks noGrp="1"/>
          </p:cNvSpPr>
          <p:nvPr>
            <p:ph type="title"/>
          </p:nvPr>
        </p:nvSpPr>
        <p:spPr>
          <a:xfrm>
            <a:off x="593725" y="188913"/>
            <a:ext cx="6788150" cy="1593850"/>
          </a:xfrm>
        </p:spPr>
        <p:txBody>
          <a:bodyPr/>
          <a:lstStyle/>
          <a:p>
            <a:pPr fontAlgn="auto">
              <a:spcAft>
                <a:spcPts val="0"/>
              </a:spcAft>
              <a:defRPr/>
            </a:pPr>
            <a:r>
              <a:rPr lang="en-US" dirty="0"/>
              <a:t>Agenda</a:t>
            </a:r>
          </a:p>
        </p:txBody>
      </p:sp>
      <p:sp>
        <p:nvSpPr>
          <p:cNvPr id="3" name="Text Placeholder 2">
            <a:extLst>
              <a:ext uri="{FF2B5EF4-FFF2-40B4-BE49-F238E27FC236}">
                <a16:creationId xmlns:a16="http://schemas.microsoft.com/office/drawing/2014/main" id="{3FD91E76-8A3A-64BE-EFF3-AAF72044C7D1}"/>
              </a:ext>
            </a:extLst>
          </p:cNvPr>
          <p:cNvSpPr>
            <a:spLocks noGrp="1"/>
          </p:cNvSpPr>
          <p:nvPr>
            <p:ph sz="quarter" idx="13"/>
          </p:nvPr>
        </p:nvSpPr>
        <p:spPr>
          <a:xfrm>
            <a:off x="593725" y="2281238"/>
            <a:ext cx="6788150" cy="3709987"/>
          </a:xfrm>
        </p:spPr>
        <p:txBody>
          <a:bodyPr tIns="457200" rtlCol="0"/>
          <a:lstStyle/>
          <a:p>
            <a:pPr fontAlgn="auto">
              <a:spcAft>
                <a:spcPts val="0"/>
              </a:spcAft>
              <a:defRPr/>
            </a:pPr>
            <a:r>
              <a:rPr dirty="0"/>
              <a:t>Introduction to SQA</a:t>
            </a:r>
          </a:p>
          <a:p>
            <a:pPr fontAlgn="auto">
              <a:spcAft>
                <a:spcPts val="0"/>
              </a:spcAft>
              <a:defRPr/>
            </a:pPr>
            <a:r>
              <a:rPr dirty="0"/>
              <a:t>Importance of SQA</a:t>
            </a:r>
          </a:p>
          <a:p>
            <a:pPr fontAlgn="auto">
              <a:spcAft>
                <a:spcPts val="0"/>
              </a:spcAft>
              <a:defRPr/>
            </a:pPr>
            <a:r>
              <a:rPr dirty="0"/>
              <a:t>Key Concepts in SQA</a:t>
            </a:r>
          </a:p>
          <a:p>
            <a:pPr fontAlgn="auto">
              <a:spcAft>
                <a:spcPts val="0"/>
              </a:spcAft>
              <a:defRPr/>
            </a:pPr>
            <a:r>
              <a:rPr dirty="0"/>
              <a:t>Software Quality Attributes</a:t>
            </a:r>
          </a:p>
          <a:p>
            <a:pPr fontAlgn="auto">
              <a:spcAft>
                <a:spcPts val="0"/>
              </a:spcAft>
              <a:defRPr/>
            </a:pPr>
            <a:r>
              <a:rPr dirty="0"/>
              <a:t>Software Quality Challenges</a:t>
            </a:r>
          </a:p>
        </p:txBody>
      </p:sp>
      <p:sp>
        <p:nvSpPr>
          <p:cNvPr id="23556" name="Slide Number Placeholder 3">
            <a:extLst>
              <a:ext uri="{FF2B5EF4-FFF2-40B4-BE49-F238E27FC236}">
                <a16:creationId xmlns:a16="http://schemas.microsoft.com/office/drawing/2014/main" id="{CFB77AF6-97F8-1A75-A943-D82F6099071D}"/>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ct val="0"/>
              </a:spcAft>
            </a:pPr>
            <a:fld id="{BB4DFB15-28A4-4FC1-A122-99D3D8E7766C}" type="slidenum">
              <a:rPr lang="en-US" altLang="en-PK">
                <a:solidFill>
                  <a:schemeClr val="bg1"/>
                </a:solidFill>
              </a:rPr>
              <a:pPr fontAlgn="base">
                <a:spcBef>
                  <a:spcPct val="0"/>
                </a:spcBef>
                <a:spcAft>
                  <a:spcPct val="0"/>
                </a:spcAft>
              </a:pPr>
              <a:t>5</a:t>
            </a:fld>
            <a:endParaRPr lang="en-US" altLang="en-PK">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a:extLst>
              <a:ext uri="{FF2B5EF4-FFF2-40B4-BE49-F238E27FC236}">
                <a16:creationId xmlns:a16="http://schemas.microsoft.com/office/drawing/2014/main" id="{7BA7BC0B-AC04-1BC4-9947-950E5A42C324}"/>
              </a:ext>
            </a:extLst>
          </p:cNvPr>
          <p:cNvSpPr>
            <a:spLocks noGrp="1" noChangeArrowheads="1"/>
          </p:cNvSpPr>
          <p:nvPr>
            <p:ph type="sldNum" sz="quarter" idx="1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ct val="0"/>
              </a:spcAft>
            </a:pPr>
            <a:fld id="{DED7AF53-8F66-4461-97CD-055BB16F062E}" type="slidenum">
              <a:rPr lang="en-US" altLang="en-PK">
                <a:solidFill>
                  <a:schemeClr val="bg1"/>
                </a:solidFill>
              </a:rPr>
              <a:pPr fontAlgn="base">
                <a:spcBef>
                  <a:spcPct val="0"/>
                </a:spcBef>
                <a:spcAft>
                  <a:spcPct val="0"/>
                </a:spcAft>
              </a:pPr>
              <a:t>6</a:t>
            </a:fld>
            <a:endParaRPr lang="en-US" altLang="en-PK">
              <a:solidFill>
                <a:schemeClr val="bg1"/>
              </a:solidFill>
            </a:endParaRPr>
          </a:p>
        </p:txBody>
      </p:sp>
      <p:sp>
        <p:nvSpPr>
          <p:cNvPr id="25603" name="Subtitle 2">
            <a:extLst>
              <a:ext uri="{FF2B5EF4-FFF2-40B4-BE49-F238E27FC236}">
                <a16:creationId xmlns:a16="http://schemas.microsoft.com/office/drawing/2014/main" id="{E36599D9-3460-2EBD-B9E9-C197DDE46267}"/>
              </a:ext>
            </a:extLst>
          </p:cNvPr>
          <p:cNvSpPr txBox="1">
            <a:spLocks noChangeArrowheads="1"/>
          </p:cNvSpPr>
          <p:nvPr/>
        </p:nvSpPr>
        <p:spPr bwMode="auto">
          <a:xfrm>
            <a:off x="960438" y="4241800"/>
            <a:ext cx="10107612"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lnSpc>
                <a:spcPct val="90000"/>
              </a:lnSpc>
              <a:spcBef>
                <a:spcPts val="1000"/>
              </a:spcBef>
              <a:buFont typeface="Arial" panose="020B0604020202020204" pitchFamily="34" charset="0"/>
              <a:buChar char="•"/>
              <a:defRPr sz="2800">
                <a:solidFill>
                  <a:schemeClr val="bg1"/>
                </a:solidFill>
                <a:latin typeface="Franklin Gothic Book" panose="020B0503020102020204" pitchFamily="34" charset="0"/>
              </a:defRPr>
            </a:lvl1pPr>
            <a:lvl2pPr marL="742950" indent="-285750" defTabSz="457200">
              <a:lnSpc>
                <a:spcPct val="90000"/>
              </a:lnSpc>
              <a:spcBef>
                <a:spcPts val="500"/>
              </a:spcBef>
              <a:buFont typeface="Arial" panose="020B0604020202020204" pitchFamily="34" charset="0"/>
              <a:buChar char="•"/>
              <a:defRPr sz="2400">
                <a:solidFill>
                  <a:schemeClr val="bg1"/>
                </a:solidFill>
                <a:latin typeface="Franklin Gothic Book" panose="020B0503020102020204" pitchFamily="34" charset="0"/>
              </a:defRPr>
            </a:lvl2pPr>
            <a:lvl3pPr marL="1200150" indent="-285750" defTabSz="457200">
              <a:lnSpc>
                <a:spcPct val="90000"/>
              </a:lnSpc>
              <a:spcBef>
                <a:spcPts val="500"/>
              </a:spcBef>
              <a:buFont typeface="Arial" panose="020B0604020202020204" pitchFamily="34" charset="0"/>
              <a:buChar char="•"/>
              <a:defRPr sz="2000">
                <a:solidFill>
                  <a:schemeClr val="bg1"/>
                </a:solidFill>
                <a:latin typeface="Franklin Gothic Book" panose="020B0503020102020204" pitchFamily="34" charset="0"/>
              </a:defRPr>
            </a:lvl3pPr>
            <a:lvl4pPr marL="1543050" indent="-171450" defTabSz="457200">
              <a:lnSpc>
                <a:spcPct val="90000"/>
              </a:lnSpc>
              <a:spcBef>
                <a:spcPts val="500"/>
              </a:spcBef>
              <a:buFont typeface="Arial" panose="020B0604020202020204" pitchFamily="34" charset="0"/>
              <a:buChar char="•"/>
              <a:defRPr>
                <a:solidFill>
                  <a:schemeClr val="bg1"/>
                </a:solidFill>
                <a:latin typeface="Franklin Gothic Book" panose="020B0503020102020204" pitchFamily="34" charset="0"/>
              </a:defRPr>
            </a:lvl4pPr>
            <a:lvl5pPr marL="2000250" indent="-171450" defTabSz="457200">
              <a:lnSpc>
                <a:spcPct val="90000"/>
              </a:lnSpc>
              <a:spcBef>
                <a:spcPts val="500"/>
              </a:spcBef>
              <a:buFont typeface="Arial" panose="020B0604020202020204" pitchFamily="34" charset="0"/>
              <a:buChar char="•"/>
              <a:defRPr>
                <a:solidFill>
                  <a:schemeClr val="bg1"/>
                </a:solidFill>
                <a:latin typeface="Franklin Gothic Book" panose="020B0503020102020204" pitchFamily="34" charset="0"/>
              </a:defRPr>
            </a:lvl5pPr>
            <a:lvl6pPr marL="24574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6pPr>
            <a:lvl7pPr marL="29146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7pPr>
            <a:lvl8pPr marL="33718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8pPr>
            <a:lvl9pPr marL="38290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9pPr>
          </a:lstStyle>
          <a:p>
            <a:pPr algn="ctr" eaLnBrk="1" hangingPunct="1">
              <a:lnSpc>
                <a:spcPct val="100000"/>
              </a:lnSpc>
              <a:spcBef>
                <a:spcPct val="20000"/>
              </a:spcBef>
              <a:spcAft>
                <a:spcPts val="600"/>
              </a:spcAft>
              <a:buClr>
                <a:schemeClr val="tx1"/>
              </a:buClr>
              <a:buSzPct val="80000"/>
              <a:buFont typeface="Wingdings 3" panose="05040102010807070707" pitchFamily="18" charset="2"/>
              <a:buNone/>
            </a:pPr>
            <a:r>
              <a:rPr lang="en-US" altLang="en-PK" sz="3600"/>
              <a:t>Control</a:t>
            </a:r>
          </a:p>
        </p:txBody>
      </p:sp>
      <p:sp>
        <p:nvSpPr>
          <p:cNvPr id="6" name="Subtitle 2">
            <a:extLst>
              <a:ext uri="{FF2B5EF4-FFF2-40B4-BE49-F238E27FC236}">
                <a16:creationId xmlns:a16="http://schemas.microsoft.com/office/drawing/2014/main" id="{390EA2C4-4B9D-E3C6-33FE-B985E0E856E0}"/>
              </a:ext>
            </a:extLst>
          </p:cNvPr>
          <p:cNvSpPr txBox="1">
            <a:spLocks noChangeArrowheads="1"/>
          </p:cNvSpPr>
          <p:nvPr/>
        </p:nvSpPr>
        <p:spPr bwMode="auto">
          <a:xfrm>
            <a:off x="960438" y="1347788"/>
            <a:ext cx="10107612"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lnSpc>
                <a:spcPct val="90000"/>
              </a:lnSpc>
              <a:spcBef>
                <a:spcPts val="1000"/>
              </a:spcBef>
              <a:buFont typeface="Arial" panose="020B0604020202020204" pitchFamily="34" charset="0"/>
              <a:buChar char="•"/>
              <a:defRPr sz="2800">
                <a:solidFill>
                  <a:schemeClr val="bg1"/>
                </a:solidFill>
                <a:latin typeface="Franklin Gothic Book" panose="020B0503020102020204" pitchFamily="34" charset="0"/>
              </a:defRPr>
            </a:lvl1pPr>
            <a:lvl2pPr marL="742950" indent="-285750" defTabSz="457200">
              <a:lnSpc>
                <a:spcPct val="90000"/>
              </a:lnSpc>
              <a:spcBef>
                <a:spcPts val="500"/>
              </a:spcBef>
              <a:buFont typeface="Arial" panose="020B0604020202020204" pitchFamily="34" charset="0"/>
              <a:buChar char="•"/>
              <a:defRPr sz="2400">
                <a:solidFill>
                  <a:schemeClr val="bg1"/>
                </a:solidFill>
                <a:latin typeface="Franklin Gothic Book" panose="020B0503020102020204" pitchFamily="34" charset="0"/>
              </a:defRPr>
            </a:lvl2pPr>
            <a:lvl3pPr marL="1200150" indent="-285750" defTabSz="457200">
              <a:lnSpc>
                <a:spcPct val="90000"/>
              </a:lnSpc>
              <a:spcBef>
                <a:spcPts val="500"/>
              </a:spcBef>
              <a:buFont typeface="Arial" panose="020B0604020202020204" pitchFamily="34" charset="0"/>
              <a:buChar char="•"/>
              <a:defRPr sz="2000">
                <a:solidFill>
                  <a:schemeClr val="bg1"/>
                </a:solidFill>
                <a:latin typeface="Franklin Gothic Book" panose="020B0503020102020204" pitchFamily="34" charset="0"/>
              </a:defRPr>
            </a:lvl3pPr>
            <a:lvl4pPr marL="1543050" indent="-171450" defTabSz="457200">
              <a:lnSpc>
                <a:spcPct val="90000"/>
              </a:lnSpc>
              <a:spcBef>
                <a:spcPts val="500"/>
              </a:spcBef>
              <a:buFont typeface="Arial" panose="020B0604020202020204" pitchFamily="34" charset="0"/>
              <a:buChar char="•"/>
              <a:defRPr>
                <a:solidFill>
                  <a:schemeClr val="bg1"/>
                </a:solidFill>
                <a:latin typeface="Franklin Gothic Book" panose="020B0503020102020204" pitchFamily="34" charset="0"/>
              </a:defRPr>
            </a:lvl4pPr>
            <a:lvl5pPr marL="2000250" indent="-171450" defTabSz="457200">
              <a:lnSpc>
                <a:spcPct val="90000"/>
              </a:lnSpc>
              <a:spcBef>
                <a:spcPts val="500"/>
              </a:spcBef>
              <a:buFont typeface="Arial" panose="020B0604020202020204" pitchFamily="34" charset="0"/>
              <a:buChar char="•"/>
              <a:defRPr>
                <a:solidFill>
                  <a:schemeClr val="bg1"/>
                </a:solidFill>
                <a:latin typeface="Franklin Gothic Book" panose="020B0503020102020204" pitchFamily="34" charset="0"/>
              </a:defRPr>
            </a:lvl5pPr>
            <a:lvl6pPr marL="24574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6pPr>
            <a:lvl7pPr marL="29146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7pPr>
            <a:lvl8pPr marL="33718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8pPr>
            <a:lvl9pPr marL="38290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9pPr>
          </a:lstStyle>
          <a:p>
            <a:pPr algn="ctr" eaLnBrk="1" hangingPunct="1">
              <a:lnSpc>
                <a:spcPct val="100000"/>
              </a:lnSpc>
              <a:spcBef>
                <a:spcPct val="20000"/>
              </a:spcBef>
              <a:spcAft>
                <a:spcPts val="600"/>
              </a:spcAft>
              <a:buClr>
                <a:schemeClr val="tx1"/>
              </a:buClr>
              <a:buSzPct val="80000"/>
              <a:buFont typeface="Wingdings 3" panose="05040102010807070707" pitchFamily="18" charset="2"/>
              <a:buNone/>
            </a:pPr>
            <a:r>
              <a:rPr lang="en-US" altLang="en-PK">
                <a:solidFill>
                  <a:srgbClr val="0070C0"/>
                </a:solidFill>
              </a:rPr>
              <a:t>Meeting customer expectations or needs</a:t>
            </a:r>
          </a:p>
        </p:txBody>
      </p:sp>
      <p:sp>
        <p:nvSpPr>
          <p:cNvPr id="8" name="Subtitle 2">
            <a:extLst>
              <a:ext uri="{FF2B5EF4-FFF2-40B4-BE49-F238E27FC236}">
                <a16:creationId xmlns:a16="http://schemas.microsoft.com/office/drawing/2014/main" id="{BF82FA54-8803-0849-C136-4583C9B2082E}"/>
              </a:ext>
            </a:extLst>
          </p:cNvPr>
          <p:cNvSpPr txBox="1">
            <a:spLocks noChangeArrowheads="1"/>
          </p:cNvSpPr>
          <p:nvPr/>
        </p:nvSpPr>
        <p:spPr bwMode="auto">
          <a:xfrm>
            <a:off x="960438" y="3281363"/>
            <a:ext cx="10107612"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lnSpc>
                <a:spcPct val="90000"/>
              </a:lnSpc>
              <a:spcBef>
                <a:spcPts val="1000"/>
              </a:spcBef>
              <a:buFont typeface="Arial" panose="020B0604020202020204" pitchFamily="34" charset="0"/>
              <a:buChar char="•"/>
              <a:defRPr sz="2800">
                <a:solidFill>
                  <a:schemeClr val="bg1"/>
                </a:solidFill>
                <a:latin typeface="Franklin Gothic Book" panose="020B0503020102020204" pitchFamily="34" charset="0"/>
              </a:defRPr>
            </a:lvl1pPr>
            <a:lvl2pPr marL="742950" indent="-285750" defTabSz="457200">
              <a:lnSpc>
                <a:spcPct val="90000"/>
              </a:lnSpc>
              <a:spcBef>
                <a:spcPts val="500"/>
              </a:spcBef>
              <a:buFont typeface="Arial" panose="020B0604020202020204" pitchFamily="34" charset="0"/>
              <a:buChar char="•"/>
              <a:defRPr sz="2400">
                <a:solidFill>
                  <a:schemeClr val="bg1"/>
                </a:solidFill>
                <a:latin typeface="Franklin Gothic Book" panose="020B0503020102020204" pitchFamily="34" charset="0"/>
              </a:defRPr>
            </a:lvl2pPr>
            <a:lvl3pPr marL="1200150" indent="-285750" defTabSz="457200">
              <a:lnSpc>
                <a:spcPct val="90000"/>
              </a:lnSpc>
              <a:spcBef>
                <a:spcPts val="500"/>
              </a:spcBef>
              <a:buFont typeface="Arial" panose="020B0604020202020204" pitchFamily="34" charset="0"/>
              <a:buChar char="•"/>
              <a:defRPr sz="2000">
                <a:solidFill>
                  <a:schemeClr val="bg1"/>
                </a:solidFill>
                <a:latin typeface="Franklin Gothic Book" panose="020B0503020102020204" pitchFamily="34" charset="0"/>
              </a:defRPr>
            </a:lvl3pPr>
            <a:lvl4pPr marL="1543050" indent="-171450" defTabSz="457200">
              <a:lnSpc>
                <a:spcPct val="90000"/>
              </a:lnSpc>
              <a:spcBef>
                <a:spcPts val="500"/>
              </a:spcBef>
              <a:buFont typeface="Arial" panose="020B0604020202020204" pitchFamily="34" charset="0"/>
              <a:buChar char="•"/>
              <a:defRPr>
                <a:solidFill>
                  <a:schemeClr val="bg1"/>
                </a:solidFill>
                <a:latin typeface="Franklin Gothic Book" panose="020B0503020102020204" pitchFamily="34" charset="0"/>
              </a:defRPr>
            </a:lvl4pPr>
            <a:lvl5pPr marL="2000250" indent="-171450" defTabSz="457200">
              <a:lnSpc>
                <a:spcPct val="90000"/>
              </a:lnSpc>
              <a:spcBef>
                <a:spcPts val="500"/>
              </a:spcBef>
              <a:buFont typeface="Arial" panose="020B0604020202020204" pitchFamily="34" charset="0"/>
              <a:buChar char="•"/>
              <a:defRPr>
                <a:solidFill>
                  <a:schemeClr val="bg1"/>
                </a:solidFill>
                <a:latin typeface="Franklin Gothic Book" panose="020B0503020102020204" pitchFamily="34" charset="0"/>
              </a:defRPr>
            </a:lvl5pPr>
            <a:lvl6pPr marL="24574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6pPr>
            <a:lvl7pPr marL="29146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7pPr>
            <a:lvl8pPr marL="33718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8pPr>
            <a:lvl9pPr marL="38290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9pPr>
          </a:lstStyle>
          <a:p>
            <a:pPr algn="ctr" eaLnBrk="1" hangingPunct="1">
              <a:lnSpc>
                <a:spcPct val="100000"/>
              </a:lnSpc>
              <a:spcBef>
                <a:spcPct val="20000"/>
              </a:spcBef>
              <a:spcAft>
                <a:spcPts val="600"/>
              </a:spcAft>
              <a:buClr>
                <a:schemeClr val="tx1"/>
              </a:buClr>
              <a:buSzPct val="80000"/>
              <a:buFont typeface="Wingdings 3" panose="05040102010807070707" pitchFamily="18" charset="2"/>
              <a:buNone/>
            </a:pPr>
            <a:r>
              <a:rPr lang="en-US" altLang="en-PK" dirty="0">
                <a:solidFill>
                  <a:srgbClr val="FF0000"/>
                </a:solidFill>
              </a:rPr>
              <a:t>A confidence given by organization or vendor</a:t>
            </a:r>
          </a:p>
        </p:txBody>
      </p:sp>
      <p:sp>
        <p:nvSpPr>
          <p:cNvPr id="25606" name="Subtitle 2">
            <a:extLst>
              <a:ext uri="{FF2B5EF4-FFF2-40B4-BE49-F238E27FC236}">
                <a16:creationId xmlns:a16="http://schemas.microsoft.com/office/drawing/2014/main" id="{6CA23B6C-6F3F-3160-8181-BB2C3EDD8112}"/>
              </a:ext>
            </a:extLst>
          </p:cNvPr>
          <p:cNvSpPr txBox="1">
            <a:spLocks noChangeArrowheads="1"/>
          </p:cNvSpPr>
          <p:nvPr/>
        </p:nvSpPr>
        <p:spPr bwMode="auto">
          <a:xfrm>
            <a:off x="960438" y="377825"/>
            <a:ext cx="101076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lnSpc>
                <a:spcPct val="90000"/>
              </a:lnSpc>
              <a:spcBef>
                <a:spcPts val="1000"/>
              </a:spcBef>
              <a:buFont typeface="Arial" panose="020B0604020202020204" pitchFamily="34" charset="0"/>
              <a:buChar char="•"/>
              <a:defRPr sz="2800">
                <a:solidFill>
                  <a:schemeClr val="bg1"/>
                </a:solidFill>
                <a:latin typeface="Franklin Gothic Book" panose="020B0503020102020204" pitchFamily="34" charset="0"/>
              </a:defRPr>
            </a:lvl1pPr>
            <a:lvl2pPr marL="742950" indent="-285750" defTabSz="457200">
              <a:lnSpc>
                <a:spcPct val="90000"/>
              </a:lnSpc>
              <a:spcBef>
                <a:spcPts val="500"/>
              </a:spcBef>
              <a:buFont typeface="Arial" panose="020B0604020202020204" pitchFamily="34" charset="0"/>
              <a:buChar char="•"/>
              <a:defRPr sz="2400">
                <a:solidFill>
                  <a:schemeClr val="bg1"/>
                </a:solidFill>
                <a:latin typeface="Franklin Gothic Book" panose="020B0503020102020204" pitchFamily="34" charset="0"/>
              </a:defRPr>
            </a:lvl2pPr>
            <a:lvl3pPr marL="1200150" indent="-285750" defTabSz="457200">
              <a:lnSpc>
                <a:spcPct val="90000"/>
              </a:lnSpc>
              <a:spcBef>
                <a:spcPts val="500"/>
              </a:spcBef>
              <a:buFont typeface="Arial" panose="020B0604020202020204" pitchFamily="34" charset="0"/>
              <a:buChar char="•"/>
              <a:defRPr sz="2000">
                <a:solidFill>
                  <a:schemeClr val="bg1"/>
                </a:solidFill>
                <a:latin typeface="Franklin Gothic Book" panose="020B0503020102020204" pitchFamily="34" charset="0"/>
              </a:defRPr>
            </a:lvl3pPr>
            <a:lvl4pPr marL="1543050" indent="-171450" defTabSz="457200">
              <a:lnSpc>
                <a:spcPct val="90000"/>
              </a:lnSpc>
              <a:spcBef>
                <a:spcPts val="500"/>
              </a:spcBef>
              <a:buFont typeface="Arial" panose="020B0604020202020204" pitchFamily="34" charset="0"/>
              <a:buChar char="•"/>
              <a:defRPr>
                <a:solidFill>
                  <a:schemeClr val="bg1"/>
                </a:solidFill>
                <a:latin typeface="Franklin Gothic Book" panose="020B0503020102020204" pitchFamily="34" charset="0"/>
              </a:defRPr>
            </a:lvl4pPr>
            <a:lvl5pPr marL="2000250" indent="-171450" defTabSz="457200">
              <a:lnSpc>
                <a:spcPct val="90000"/>
              </a:lnSpc>
              <a:spcBef>
                <a:spcPts val="500"/>
              </a:spcBef>
              <a:buFont typeface="Arial" panose="020B0604020202020204" pitchFamily="34" charset="0"/>
              <a:buChar char="•"/>
              <a:defRPr>
                <a:solidFill>
                  <a:schemeClr val="bg1"/>
                </a:solidFill>
                <a:latin typeface="Franklin Gothic Book" panose="020B0503020102020204" pitchFamily="34" charset="0"/>
              </a:defRPr>
            </a:lvl5pPr>
            <a:lvl6pPr marL="24574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6pPr>
            <a:lvl7pPr marL="29146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7pPr>
            <a:lvl8pPr marL="33718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8pPr>
            <a:lvl9pPr marL="38290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9pPr>
          </a:lstStyle>
          <a:p>
            <a:pPr algn="ctr" eaLnBrk="1" hangingPunct="1">
              <a:lnSpc>
                <a:spcPct val="100000"/>
              </a:lnSpc>
              <a:spcBef>
                <a:spcPct val="20000"/>
              </a:spcBef>
              <a:spcAft>
                <a:spcPts val="600"/>
              </a:spcAft>
              <a:buClr>
                <a:schemeClr val="tx1"/>
              </a:buClr>
              <a:buSzPct val="80000"/>
              <a:buFont typeface="Wingdings 3" panose="05040102010807070707" pitchFamily="18" charset="2"/>
              <a:buNone/>
            </a:pPr>
            <a:r>
              <a:rPr lang="en-US" altLang="en-PK" sz="3600"/>
              <a:t>Quality</a:t>
            </a:r>
          </a:p>
        </p:txBody>
      </p:sp>
      <p:sp>
        <p:nvSpPr>
          <p:cNvPr id="10" name="Subtitle 2">
            <a:extLst>
              <a:ext uri="{FF2B5EF4-FFF2-40B4-BE49-F238E27FC236}">
                <a16:creationId xmlns:a16="http://schemas.microsoft.com/office/drawing/2014/main" id="{4098E95C-BEEA-FF7D-FCD2-53F04562DB76}"/>
              </a:ext>
            </a:extLst>
          </p:cNvPr>
          <p:cNvSpPr txBox="1">
            <a:spLocks noChangeArrowheads="1"/>
          </p:cNvSpPr>
          <p:nvPr/>
        </p:nvSpPr>
        <p:spPr bwMode="auto">
          <a:xfrm>
            <a:off x="960438" y="5213350"/>
            <a:ext cx="10107612"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lnSpc>
                <a:spcPct val="90000"/>
              </a:lnSpc>
              <a:spcBef>
                <a:spcPts val="1000"/>
              </a:spcBef>
              <a:buFont typeface="Arial" panose="020B0604020202020204" pitchFamily="34" charset="0"/>
              <a:buChar char="•"/>
              <a:defRPr sz="2800">
                <a:solidFill>
                  <a:schemeClr val="bg1"/>
                </a:solidFill>
                <a:latin typeface="Franklin Gothic Book" panose="020B0503020102020204" pitchFamily="34" charset="0"/>
              </a:defRPr>
            </a:lvl1pPr>
            <a:lvl2pPr marL="742950" indent="-285750" defTabSz="457200">
              <a:lnSpc>
                <a:spcPct val="90000"/>
              </a:lnSpc>
              <a:spcBef>
                <a:spcPts val="500"/>
              </a:spcBef>
              <a:buFont typeface="Arial" panose="020B0604020202020204" pitchFamily="34" charset="0"/>
              <a:buChar char="•"/>
              <a:defRPr sz="2400">
                <a:solidFill>
                  <a:schemeClr val="bg1"/>
                </a:solidFill>
                <a:latin typeface="Franklin Gothic Book" panose="020B0503020102020204" pitchFamily="34" charset="0"/>
              </a:defRPr>
            </a:lvl2pPr>
            <a:lvl3pPr marL="1200150" indent="-285750" defTabSz="457200">
              <a:lnSpc>
                <a:spcPct val="90000"/>
              </a:lnSpc>
              <a:spcBef>
                <a:spcPts val="500"/>
              </a:spcBef>
              <a:buFont typeface="Arial" panose="020B0604020202020204" pitchFamily="34" charset="0"/>
              <a:buChar char="•"/>
              <a:defRPr sz="2000">
                <a:solidFill>
                  <a:schemeClr val="bg1"/>
                </a:solidFill>
                <a:latin typeface="Franklin Gothic Book" panose="020B0503020102020204" pitchFamily="34" charset="0"/>
              </a:defRPr>
            </a:lvl3pPr>
            <a:lvl4pPr marL="1543050" indent="-171450" defTabSz="457200">
              <a:lnSpc>
                <a:spcPct val="90000"/>
              </a:lnSpc>
              <a:spcBef>
                <a:spcPts val="500"/>
              </a:spcBef>
              <a:buFont typeface="Arial" panose="020B0604020202020204" pitchFamily="34" charset="0"/>
              <a:buChar char="•"/>
              <a:defRPr>
                <a:solidFill>
                  <a:schemeClr val="bg1"/>
                </a:solidFill>
                <a:latin typeface="Franklin Gothic Book" panose="020B0503020102020204" pitchFamily="34" charset="0"/>
              </a:defRPr>
            </a:lvl4pPr>
            <a:lvl5pPr marL="2000250" indent="-171450" defTabSz="457200">
              <a:lnSpc>
                <a:spcPct val="90000"/>
              </a:lnSpc>
              <a:spcBef>
                <a:spcPts val="500"/>
              </a:spcBef>
              <a:buFont typeface="Arial" panose="020B0604020202020204" pitchFamily="34" charset="0"/>
              <a:buChar char="•"/>
              <a:defRPr>
                <a:solidFill>
                  <a:schemeClr val="bg1"/>
                </a:solidFill>
                <a:latin typeface="Franklin Gothic Book" panose="020B0503020102020204" pitchFamily="34" charset="0"/>
              </a:defRPr>
            </a:lvl5pPr>
            <a:lvl6pPr marL="24574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6pPr>
            <a:lvl7pPr marL="29146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7pPr>
            <a:lvl8pPr marL="33718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8pPr>
            <a:lvl9pPr marL="38290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9pPr>
          </a:lstStyle>
          <a:p>
            <a:pPr algn="ctr" eaLnBrk="1" hangingPunct="1">
              <a:lnSpc>
                <a:spcPct val="100000"/>
              </a:lnSpc>
              <a:spcBef>
                <a:spcPct val="20000"/>
              </a:spcBef>
              <a:spcAft>
                <a:spcPts val="600"/>
              </a:spcAft>
              <a:buClr>
                <a:schemeClr val="tx1"/>
              </a:buClr>
              <a:buSzPct val="80000"/>
              <a:buFont typeface="Wingdings 3" panose="05040102010807070707" pitchFamily="18" charset="2"/>
              <a:buNone/>
            </a:pPr>
            <a:r>
              <a:rPr lang="en-US" altLang="en-PK">
                <a:solidFill>
                  <a:srgbClr val="00B050"/>
                </a:solidFill>
              </a:rPr>
              <a:t>Test or verify actual product</a:t>
            </a:r>
          </a:p>
        </p:txBody>
      </p:sp>
      <p:sp>
        <p:nvSpPr>
          <p:cNvPr id="25608" name="Subtitle 2">
            <a:extLst>
              <a:ext uri="{FF2B5EF4-FFF2-40B4-BE49-F238E27FC236}">
                <a16:creationId xmlns:a16="http://schemas.microsoft.com/office/drawing/2014/main" id="{9DC76A4D-9923-EC37-8C67-01260C260A36}"/>
              </a:ext>
            </a:extLst>
          </p:cNvPr>
          <p:cNvSpPr txBox="1">
            <a:spLocks noChangeArrowheads="1"/>
          </p:cNvSpPr>
          <p:nvPr/>
        </p:nvSpPr>
        <p:spPr bwMode="auto">
          <a:xfrm>
            <a:off x="960438" y="2309813"/>
            <a:ext cx="101076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lnSpc>
                <a:spcPct val="90000"/>
              </a:lnSpc>
              <a:spcBef>
                <a:spcPts val="1000"/>
              </a:spcBef>
              <a:buFont typeface="Arial" panose="020B0604020202020204" pitchFamily="34" charset="0"/>
              <a:buChar char="•"/>
              <a:defRPr sz="2800">
                <a:solidFill>
                  <a:schemeClr val="bg1"/>
                </a:solidFill>
                <a:latin typeface="Franklin Gothic Book" panose="020B0503020102020204" pitchFamily="34" charset="0"/>
              </a:defRPr>
            </a:lvl1pPr>
            <a:lvl2pPr marL="742950" indent="-285750" defTabSz="457200">
              <a:lnSpc>
                <a:spcPct val="90000"/>
              </a:lnSpc>
              <a:spcBef>
                <a:spcPts val="500"/>
              </a:spcBef>
              <a:buFont typeface="Arial" panose="020B0604020202020204" pitchFamily="34" charset="0"/>
              <a:buChar char="•"/>
              <a:defRPr sz="2400">
                <a:solidFill>
                  <a:schemeClr val="bg1"/>
                </a:solidFill>
                <a:latin typeface="Franklin Gothic Book" panose="020B0503020102020204" pitchFamily="34" charset="0"/>
              </a:defRPr>
            </a:lvl2pPr>
            <a:lvl3pPr marL="1200150" indent="-285750" defTabSz="457200">
              <a:lnSpc>
                <a:spcPct val="90000"/>
              </a:lnSpc>
              <a:spcBef>
                <a:spcPts val="500"/>
              </a:spcBef>
              <a:buFont typeface="Arial" panose="020B0604020202020204" pitchFamily="34" charset="0"/>
              <a:buChar char="•"/>
              <a:defRPr sz="2000">
                <a:solidFill>
                  <a:schemeClr val="bg1"/>
                </a:solidFill>
                <a:latin typeface="Franklin Gothic Book" panose="020B0503020102020204" pitchFamily="34" charset="0"/>
              </a:defRPr>
            </a:lvl3pPr>
            <a:lvl4pPr marL="1543050" indent="-171450" defTabSz="457200">
              <a:lnSpc>
                <a:spcPct val="90000"/>
              </a:lnSpc>
              <a:spcBef>
                <a:spcPts val="500"/>
              </a:spcBef>
              <a:buFont typeface="Arial" panose="020B0604020202020204" pitchFamily="34" charset="0"/>
              <a:buChar char="•"/>
              <a:defRPr>
                <a:solidFill>
                  <a:schemeClr val="bg1"/>
                </a:solidFill>
                <a:latin typeface="Franklin Gothic Book" panose="020B0503020102020204" pitchFamily="34" charset="0"/>
              </a:defRPr>
            </a:lvl4pPr>
            <a:lvl5pPr marL="2000250" indent="-171450" defTabSz="457200">
              <a:lnSpc>
                <a:spcPct val="90000"/>
              </a:lnSpc>
              <a:spcBef>
                <a:spcPts val="500"/>
              </a:spcBef>
              <a:buFont typeface="Arial" panose="020B0604020202020204" pitchFamily="34" charset="0"/>
              <a:buChar char="•"/>
              <a:defRPr>
                <a:solidFill>
                  <a:schemeClr val="bg1"/>
                </a:solidFill>
                <a:latin typeface="Franklin Gothic Book" panose="020B0503020102020204" pitchFamily="34" charset="0"/>
              </a:defRPr>
            </a:lvl5pPr>
            <a:lvl6pPr marL="24574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6pPr>
            <a:lvl7pPr marL="29146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7pPr>
            <a:lvl8pPr marL="33718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8pPr>
            <a:lvl9pPr marL="3829050" indent="-171450" defTabSz="457200" fontAlgn="base">
              <a:lnSpc>
                <a:spcPct val="90000"/>
              </a:lnSpc>
              <a:spcBef>
                <a:spcPts val="500"/>
              </a:spcBef>
              <a:spcAft>
                <a:spcPct val="0"/>
              </a:spcAft>
              <a:buFont typeface="Arial" panose="020B0604020202020204" pitchFamily="34" charset="0"/>
              <a:buChar char="•"/>
              <a:defRPr>
                <a:solidFill>
                  <a:schemeClr val="bg1"/>
                </a:solidFill>
                <a:latin typeface="Franklin Gothic Book" panose="020B0503020102020204" pitchFamily="34" charset="0"/>
              </a:defRPr>
            </a:lvl9pPr>
          </a:lstStyle>
          <a:p>
            <a:pPr algn="ctr" eaLnBrk="1" hangingPunct="1">
              <a:lnSpc>
                <a:spcPct val="100000"/>
              </a:lnSpc>
              <a:spcBef>
                <a:spcPct val="20000"/>
              </a:spcBef>
              <a:spcAft>
                <a:spcPts val="600"/>
              </a:spcAft>
              <a:buClr>
                <a:schemeClr val="tx1"/>
              </a:buClr>
              <a:buSzPct val="80000"/>
              <a:buFont typeface="Wingdings 3" panose="05040102010807070707" pitchFamily="18" charset="2"/>
              <a:buNone/>
            </a:pPr>
            <a:r>
              <a:rPr lang="en-US" altLang="en-PK" sz="3600"/>
              <a:t>Assurance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randombar(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F9956D2-E7F9-923F-0A2E-DAFA8D05036C}"/>
              </a:ext>
            </a:extLst>
          </p:cNvPr>
          <p:cNvSpPr>
            <a:spLocks noGrp="1"/>
          </p:cNvSpPr>
          <p:nvPr>
            <p:ph type="title"/>
          </p:nvPr>
        </p:nvSpPr>
        <p:spPr>
          <a:xfrm>
            <a:off x="593725" y="103188"/>
            <a:ext cx="10874375" cy="1679575"/>
          </a:xfrm>
        </p:spPr>
        <p:txBody>
          <a:bodyPr/>
          <a:lstStyle/>
          <a:p>
            <a:pPr fontAlgn="auto">
              <a:lnSpc>
                <a:spcPct val="107000"/>
              </a:lnSpc>
              <a:spcAft>
                <a:spcPts val="800"/>
              </a:spcAft>
              <a:defRPr/>
            </a:pPr>
            <a:r>
              <a:rPr lang="en-PK" dirty="0"/>
              <a:t>Introduction to SQA</a:t>
            </a:r>
          </a:p>
        </p:txBody>
      </p:sp>
      <p:sp>
        <p:nvSpPr>
          <p:cNvPr id="26627" name="Text Placeholder 6">
            <a:extLst>
              <a:ext uri="{FF2B5EF4-FFF2-40B4-BE49-F238E27FC236}">
                <a16:creationId xmlns:a16="http://schemas.microsoft.com/office/drawing/2014/main" id="{00F6D043-8BAF-F755-8001-B73F4BBE72F2}"/>
              </a:ext>
            </a:extLst>
          </p:cNvPr>
          <p:cNvSpPr>
            <a:spLocks noGrp="1" noChangeArrowheads="1"/>
          </p:cNvSpPr>
          <p:nvPr>
            <p:ph sz="quarter" idx="13"/>
          </p:nvPr>
        </p:nvSpPr>
        <p:spPr>
          <a:xfrm>
            <a:off x="2560638" y="2706688"/>
            <a:ext cx="7810500" cy="2660650"/>
          </a:xfrm>
        </p:spPr>
        <p:txBody>
          <a:bodyPr>
            <a:normAutofit/>
          </a:bodyPr>
          <a:lstStyle/>
          <a:p>
            <a:pPr marL="401638" lvl="1" indent="0">
              <a:lnSpc>
                <a:spcPct val="107000"/>
              </a:lnSpc>
              <a:spcAft>
                <a:spcPts val="800"/>
              </a:spcAft>
              <a:buFont typeface="Arial" panose="020B0604020202020204" pitchFamily="34" charset="0"/>
              <a:buNone/>
            </a:pPr>
            <a:r>
              <a:rPr lang="en-PK" altLang="en-PK" sz="2400" dirty="0">
                <a:latin typeface="Aptos" panose="020B0004020202020204" pitchFamily="34" charset="0"/>
                <a:ea typeface="Aptos" panose="020B0004020202020204" pitchFamily="34" charset="0"/>
                <a:cs typeface="Times New Roman" panose="02020603050405020304" pitchFamily="18" charset="0"/>
              </a:rPr>
              <a:t>Software Quality Assurance (SQA) refers to a set of activities that ensure software development processes and products meet predefined quality standards. It involves continuous process monitoring and improvement to prevent defects and enhance the reliability of the final software.</a:t>
            </a:r>
          </a:p>
        </p:txBody>
      </p:sp>
      <p:grpSp>
        <p:nvGrpSpPr>
          <p:cNvPr id="26628" name="Group 18">
            <a:extLst>
              <a:ext uri="{FF2B5EF4-FFF2-40B4-BE49-F238E27FC236}">
                <a16:creationId xmlns:a16="http://schemas.microsoft.com/office/drawing/2014/main" id="{6EA37CFB-4D11-8967-11B5-D0A369240BE2}"/>
              </a:ext>
              <a:ext uri="{C183D7F6-B498-43B3-948B-1728B52AA6E4}">
                <adec:decorative xmlns:adec="http://schemas.microsoft.com/office/drawing/2017/decorative" xmlns="" val="1"/>
              </a:ext>
            </a:extLst>
          </p:cNvPr>
          <p:cNvGrpSpPr>
            <a:grpSpLocks/>
          </p:cNvGrpSpPr>
          <p:nvPr/>
        </p:nvGrpSpPr>
        <p:grpSpPr bwMode="auto">
          <a:xfrm rot="16200000" flipV="1">
            <a:off x="0" y="3900488"/>
            <a:ext cx="2959100" cy="2959100"/>
            <a:chOff x="0" y="12289"/>
            <a:chExt cx="3550" cy="3551"/>
          </a:xfrm>
        </p:grpSpPr>
        <p:sp>
          <p:nvSpPr>
            <p:cNvPr id="20" name="Freeform 19">
              <a:extLst>
                <a:ext uri="{FF2B5EF4-FFF2-40B4-BE49-F238E27FC236}">
                  <a16:creationId xmlns:a16="http://schemas.microsoft.com/office/drawing/2014/main" id="{8C535486-4346-9332-C0F0-A610FA9A2689}"/>
                </a:ext>
              </a:extLst>
            </p:cNvPr>
            <p:cNvSpPr>
              <a:spLocks/>
            </p:cNvSpPr>
            <p:nvPr/>
          </p:nvSpPr>
          <p:spPr bwMode="auto">
            <a:xfrm>
              <a:off x="2" y="12289"/>
              <a:ext cx="1788" cy="2385"/>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p:spPr>
          <p:txBody>
            <a:bodyPr upright="1"/>
            <a:lstStyle/>
            <a:p>
              <a:pPr eaLnBrk="1" fontAlgn="auto" hangingPunct="1">
                <a:spcBef>
                  <a:spcPts val="0"/>
                </a:spcBef>
                <a:spcAft>
                  <a:spcPts val="0"/>
                </a:spcAft>
                <a:defRPr/>
              </a:pPr>
              <a:endParaRPr lang="en-US" dirty="0">
                <a:latin typeface="+mn-lt"/>
              </a:endParaRPr>
            </a:p>
          </p:txBody>
        </p:sp>
        <p:sp>
          <p:nvSpPr>
            <p:cNvPr id="26631" name="Freeform 20">
              <a:extLst>
                <a:ext uri="{FF2B5EF4-FFF2-40B4-BE49-F238E27FC236}">
                  <a16:creationId xmlns:a16="http://schemas.microsoft.com/office/drawing/2014/main" id="{053B1436-76F6-AC57-443E-0BB0A62D65E9}"/>
                </a:ext>
              </a:extLst>
            </p:cNvPr>
            <p:cNvSpPr>
              <a:spLocks/>
            </p:cNvSpPr>
            <p:nvPr/>
          </p:nvSpPr>
          <p:spPr bwMode="auto">
            <a:xfrm>
              <a:off x="0" y="14678"/>
              <a:ext cx="1162" cy="1162"/>
            </a:xfrm>
            <a:custGeom>
              <a:avLst/>
              <a:gdLst>
                <a:gd name="T0" fmla="*/ 0 w 1162"/>
                <a:gd name="T1" fmla="*/ 14679 h 1162"/>
                <a:gd name="T2" fmla="*/ 0 w 1162"/>
                <a:gd name="T3" fmla="*/ 15840 h 1162"/>
                <a:gd name="T4" fmla="*/ 1161 w 1162"/>
                <a:gd name="T5" fmla="*/ 15840 h 1162"/>
                <a:gd name="T6" fmla="*/ 0 w 1162"/>
                <a:gd name="T7" fmla="*/ 14679 h 1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PK"/>
            </a:p>
          </p:txBody>
        </p:sp>
        <p:sp>
          <p:nvSpPr>
            <p:cNvPr id="22" name="Freeform 21">
              <a:extLst>
                <a:ext uri="{FF2B5EF4-FFF2-40B4-BE49-F238E27FC236}">
                  <a16:creationId xmlns:a16="http://schemas.microsoft.com/office/drawing/2014/main" id="{A9F1684E-2533-BB50-9603-E0CB7B4666FE}"/>
                </a:ext>
              </a:extLst>
            </p:cNvPr>
            <p:cNvSpPr>
              <a:spLocks/>
            </p:cNvSpPr>
            <p:nvPr/>
          </p:nvSpPr>
          <p:spPr bwMode="auto">
            <a:xfrm>
              <a:off x="1223" y="14674"/>
              <a:ext cx="2329" cy="1166"/>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p:spPr>
          <p:txBody>
            <a:bodyPr upright="1"/>
            <a:lstStyle/>
            <a:p>
              <a:pPr eaLnBrk="1" fontAlgn="auto" hangingPunct="1">
                <a:spcBef>
                  <a:spcPts val="0"/>
                </a:spcBef>
                <a:spcAft>
                  <a:spcPts val="0"/>
                </a:spcAft>
                <a:defRPr/>
              </a:pPr>
              <a:endParaRPr lang="en-US" dirty="0">
                <a:latin typeface="+mn-lt"/>
              </a:endParaRPr>
            </a:p>
          </p:txBody>
        </p:sp>
      </p:grpSp>
      <p:sp>
        <p:nvSpPr>
          <p:cNvPr id="26629" name="Slide Number Placeholder 1">
            <a:extLst>
              <a:ext uri="{FF2B5EF4-FFF2-40B4-BE49-F238E27FC236}">
                <a16:creationId xmlns:a16="http://schemas.microsoft.com/office/drawing/2014/main" id="{4555B937-7CAE-1181-CFF0-3295A93AE3C9}"/>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ct val="0"/>
              </a:spcAft>
            </a:pPr>
            <a:fld id="{B200F546-17F9-4205-9B3C-86B2CAE3DF29}" type="slidenum">
              <a:rPr lang="en-US" altLang="en-PK">
                <a:solidFill>
                  <a:schemeClr val="bg1"/>
                </a:solidFill>
              </a:rPr>
              <a:pPr fontAlgn="base">
                <a:spcBef>
                  <a:spcPct val="0"/>
                </a:spcBef>
                <a:spcAft>
                  <a:spcPct val="0"/>
                </a:spcAft>
              </a:pPr>
              <a:t>7</a:t>
            </a:fld>
            <a:endParaRPr lang="en-US" altLang="en-PK">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8E31F-79B8-AE1E-2774-C092FB8E248F}"/>
              </a:ext>
            </a:extLst>
          </p:cNvPr>
          <p:cNvSpPr>
            <a:spLocks noGrp="1"/>
          </p:cNvSpPr>
          <p:nvPr>
            <p:ph type="title"/>
          </p:nvPr>
        </p:nvSpPr>
        <p:spPr/>
        <p:txBody>
          <a:bodyPr/>
          <a:lstStyle/>
          <a:p>
            <a:r>
              <a:rPr lang="en-US" dirty="0"/>
              <a:t>Software Quality</a:t>
            </a:r>
            <a:endParaRPr lang="en-PK" dirty="0"/>
          </a:p>
        </p:txBody>
      </p:sp>
      <p:sp>
        <p:nvSpPr>
          <p:cNvPr id="3" name="Content Placeholder 2">
            <a:extLst>
              <a:ext uri="{FF2B5EF4-FFF2-40B4-BE49-F238E27FC236}">
                <a16:creationId xmlns:a16="http://schemas.microsoft.com/office/drawing/2014/main" id="{0D8FA92D-086A-3798-C604-38ACE22693B2}"/>
              </a:ext>
            </a:extLst>
          </p:cNvPr>
          <p:cNvSpPr>
            <a:spLocks noGrp="1"/>
          </p:cNvSpPr>
          <p:nvPr>
            <p:ph sz="quarter" idx="13"/>
          </p:nvPr>
        </p:nvSpPr>
        <p:spPr>
          <a:xfrm>
            <a:off x="2770494" y="2445782"/>
            <a:ext cx="7383439" cy="3699328"/>
          </a:xfrm>
        </p:spPr>
        <p:txBody>
          <a:bodyPr/>
          <a:lstStyle/>
          <a:p>
            <a:pPr marL="0" indent="0" rtl="0">
              <a:buNone/>
            </a:pPr>
            <a:r>
              <a:rPr lang="en-US" sz="2400" dirty="0">
                <a:latin typeface="Aptos" panose="020B0004020202020204" pitchFamily="34" charset="0"/>
                <a:cs typeface="Times New Roman" panose="02020603050405020304" pitchFamily="18" charset="0"/>
              </a:rPr>
              <a:t>According to the </a:t>
            </a:r>
            <a:r>
              <a:rPr lang="en-US" sz="2400" b="1" dirty="0">
                <a:latin typeface="Aptos" panose="020B0004020202020204" pitchFamily="34" charset="0"/>
                <a:cs typeface="Times New Roman" panose="02020603050405020304" pitchFamily="18" charset="0"/>
              </a:rPr>
              <a:t>IEEE</a:t>
            </a:r>
          </a:p>
          <a:p>
            <a:pPr lvl="1">
              <a:spcBef>
                <a:spcPts val="480"/>
              </a:spcBef>
            </a:pPr>
            <a:r>
              <a:rPr lang="en-US" sz="2400" dirty="0">
                <a:latin typeface="Aptos" panose="020B0004020202020204" pitchFamily="34" charset="0"/>
                <a:cs typeface="Times New Roman" panose="02020603050405020304" pitchFamily="18" charset="0"/>
              </a:rPr>
              <a:t>Software quality is:</a:t>
            </a:r>
          </a:p>
          <a:p>
            <a:pPr marL="1200150" lvl="2" indent="-285750">
              <a:spcBef>
                <a:spcPts val="400"/>
              </a:spcBef>
              <a:buFont typeface="+mj-lt"/>
              <a:buAutoNum type="arabicPeriod"/>
            </a:pPr>
            <a:r>
              <a:rPr lang="en-US" sz="2400" dirty="0">
                <a:latin typeface="Aptos" panose="020B0004020202020204" pitchFamily="34" charset="0"/>
                <a:cs typeface="Times New Roman" panose="02020603050405020304" pitchFamily="18" charset="0"/>
              </a:rPr>
              <a:t>The degree to which a system, component, or process meets specified requirements.</a:t>
            </a:r>
          </a:p>
          <a:p>
            <a:pPr marL="1200150" lvl="2" indent="-285750">
              <a:spcBef>
                <a:spcPts val="400"/>
              </a:spcBef>
              <a:buFont typeface="+mj-lt"/>
              <a:buAutoNum type="arabicPeriod"/>
            </a:pPr>
            <a:r>
              <a:rPr lang="en-US" sz="2400" dirty="0">
                <a:latin typeface="Aptos" panose="020B0004020202020204" pitchFamily="34" charset="0"/>
                <a:cs typeface="Times New Roman" panose="02020603050405020304" pitchFamily="18" charset="0"/>
              </a:rPr>
              <a:t>The degree to which a system, component, or process meets customer or user needs or expectations</a:t>
            </a:r>
            <a:endParaRPr lang="en-PK" dirty="0"/>
          </a:p>
        </p:txBody>
      </p:sp>
      <p:sp>
        <p:nvSpPr>
          <p:cNvPr id="4" name="Slide Number Placeholder 3">
            <a:extLst>
              <a:ext uri="{FF2B5EF4-FFF2-40B4-BE49-F238E27FC236}">
                <a16:creationId xmlns:a16="http://schemas.microsoft.com/office/drawing/2014/main" id="{54A881AE-E487-4D3A-3B44-12E1518E2BA5}"/>
              </a:ext>
            </a:extLst>
          </p:cNvPr>
          <p:cNvSpPr>
            <a:spLocks noGrp="1"/>
          </p:cNvSpPr>
          <p:nvPr>
            <p:ph type="sldNum" sz="quarter" idx="14"/>
          </p:nvPr>
        </p:nvSpPr>
        <p:spPr/>
        <p:txBody>
          <a:bodyPr/>
          <a:lstStyle/>
          <a:p>
            <a:pPr>
              <a:defRPr/>
            </a:pPr>
            <a:fld id="{1E463ADF-9569-4435-995A-4B4E0CAF69B0}" type="slidenum">
              <a:rPr lang="en-US" smtClean="0"/>
              <a:pPr>
                <a:defRPr/>
              </a:pPr>
              <a:t>8</a:t>
            </a:fld>
            <a:endParaRPr lang="en-US" dirty="0"/>
          </a:p>
        </p:txBody>
      </p:sp>
    </p:spTree>
    <p:extLst>
      <p:ext uri="{BB962C8B-B14F-4D97-AF65-F5344CB8AC3E}">
        <p14:creationId xmlns:p14="http://schemas.microsoft.com/office/powerpoint/2010/main" val="295999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B4F3AE-C9F1-8CEF-A4A4-664EF31088EC}"/>
              </a:ext>
            </a:extLst>
          </p:cNvPr>
          <p:cNvSpPr>
            <a:spLocks noGrp="1"/>
          </p:cNvSpPr>
          <p:nvPr>
            <p:ph type="title"/>
          </p:nvPr>
        </p:nvSpPr>
        <p:spPr>
          <a:xfrm>
            <a:off x="593725" y="103188"/>
            <a:ext cx="10874375" cy="1679575"/>
          </a:xfrm>
        </p:spPr>
        <p:txBody>
          <a:bodyPr/>
          <a:lstStyle/>
          <a:p>
            <a:pPr fontAlgn="auto">
              <a:spcAft>
                <a:spcPts val="0"/>
              </a:spcAft>
              <a:defRPr/>
            </a:pPr>
            <a:r>
              <a:rPr lang="en-US"/>
              <a:t>Quality Assurance</a:t>
            </a:r>
            <a:endParaRPr lang="en-PK" dirty="0"/>
          </a:p>
        </p:txBody>
      </p:sp>
      <p:graphicFrame>
        <p:nvGraphicFramePr>
          <p:cNvPr id="6" name="Diagram 5">
            <a:extLst>
              <a:ext uri="{FF2B5EF4-FFF2-40B4-BE49-F238E27FC236}">
                <a16:creationId xmlns:a16="http://schemas.microsoft.com/office/drawing/2014/main" id="{4BFFA3DA-E244-31A6-19E4-8D62F0DC36A1}"/>
              </a:ext>
            </a:extLst>
          </p:cNvPr>
          <p:cNvGraphicFramePr/>
          <p:nvPr>
            <p:extLst>
              <p:ext uri="{D42A27DB-BD31-4B8C-83A1-F6EECF244321}">
                <p14:modId xmlns:p14="http://schemas.microsoft.com/office/powerpoint/2010/main" val="1203293866"/>
              </p:ext>
            </p:extLst>
          </p:nvPr>
        </p:nvGraphicFramePr>
        <p:xfrm>
          <a:off x="2708795" y="2641988"/>
          <a:ext cx="8128000" cy="39205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p:cNvSpPr>
            <a:spLocks noGrp="1"/>
          </p:cNvSpPr>
          <p:nvPr>
            <p:ph type="sldNum" sz="quarter" idx="14"/>
          </p:nvPr>
        </p:nvSpPr>
        <p:spPr/>
        <p:txBody>
          <a:bodyPr/>
          <a:lstStyle/>
          <a:p>
            <a:pPr>
              <a:defRPr/>
            </a:pPr>
            <a:fld id="{1E463ADF-9569-4435-995A-4B4E0CAF69B0}" type="slidenum">
              <a:rPr lang="en-US" smtClean="0"/>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0FF4C-6978-BBB7-5BB9-158CAF0A92BE}"/>
              </a:ext>
            </a:extLst>
          </p:cNvPr>
          <p:cNvSpPr>
            <a:spLocks noGrp="1"/>
          </p:cNvSpPr>
          <p:nvPr>
            <p:ph type="title"/>
          </p:nvPr>
        </p:nvSpPr>
        <p:spPr>
          <a:xfrm>
            <a:off x="593725" y="103188"/>
            <a:ext cx="10874375" cy="1679575"/>
          </a:xfrm>
        </p:spPr>
        <p:txBody>
          <a:bodyPr>
            <a:normAutofit/>
          </a:bodyPr>
          <a:lstStyle/>
          <a:p>
            <a:pPr fontAlgn="auto">
              <a:spcAft>
                <a:spcPts val="0"/>
              </a:spcAft>
              <a:defRPr/>
            </a:pPr>
            <a:r>
              <a:rPr lang="en-US"/>
              <a:t>Quality Control</a:t>
            </a:r>
            <a:endParaRPr lang="en-PK" dirty="0"/>
          </a:p>
        </p:txBody>
      </p:sp>
      <p:sp>
        <p:nvSpPr>
          <p:cNvPr id="29699" name="Slide Number Placeholder 3">
            <a:extLst>
              <a:ext uri="{FF2B5EF4-FFF2-40B4-BE49-F238E27FC236}">
                <a16:creationId xmlns:a16="http://schemas.microsoft.com/office/drawing/2014/main" id="{6F430896-4E48-2E5D-F5AA-9991E800694A}"/>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ts val="600"/>
              </a:spcAft>
            </a:pPr>
            <a:fld id="{685F6AAA-3309-427E-9F51-5EDEED2E7066}" type="slidenum">
              <a:rPr lang="en-US" altLang="en-PK">
                <a:solidFill>
                  <a:schemeClr val="bg1"/>
                </a:solidFill>
              </a:rPr>
              <a:pPr fontAlgn="base">
                <a:spcBef>
                  <a:spcPct val="0"/>
                </a:spcBef>
                <a:spcAft>
                  <a:spcPts val="600"/>
                </a:spcAft>
              </a:pPr>
              <a:t>10</a:t>
            </a:fld>
            <a:endParaRPr lang="en-US" altLang="en-PK">
              <a:solidFill>
                <a:schemeClr val="bg1"/>
              </a:solidFill>
            </a:endParaRPr>
          </a:p>
        </p:txBody>
      </p:sp>
      <p:graphicFrame>
        <p:nvGraphicFramePr>
          <p:cNvPr id="6" name="Content Placeholder 2">
            <a:extLst>
              <a:ext uri="{FF2B5EF4-FFF2-40B4-BE49-F238E27FC236}">
                <a16:creationId xmlns:a16="http://schemas.microsoft.com/office/drawing/2014/main" id="{A30E6B98-5239-C25D-6AFE-9D12841A21F2}"/>
              </a:ext>
            </a:extLst>
          </p:cNvPr>
          <p:cNvGraphicFramePr>
            <a:graphicFrameLocks noGrp="1"/>
          </p:cNvGraphicFramePr>
          <p:nvPr>
            <p:ph sz="quarter" idx="13"/>
            <p:extLst>
              <p:ext uri="{D42A27DB-BD31-4B8C-83A1-F6EECF244321}">
                <p14:modId xmlns:p14="http://schemas.microsoft.com/office/powerpoint/2010/main" val="1035807250"/>
              </p:ext>
            </p:extLst>
          </p:nvPr>
        </p:nvGraphicFramePr>
        <p:xfrm>
          <a:off x="2444021" y="2457262"/>
          <a:ext cx="9024079" cy="4297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C468A-FFFF-A5FE-BB21-B10BFBB12374}"/>
              </a:ext>
            </a:extLst>
          </p:cNvPr>
          <p:cNvSpPr>
            <a:spLocks noGrp="1"/>
          </p:cNvSpPr>
          <p:nvPr>
            <p:ph type="title"/>
          </p:nvPr>
        </p:nvSpPr>
        <p:spPr>
          <a:xfrm>
            <a:off x="593725" y="103188"/>
            <a:ext cx="10874375" cy="1679575"/>
          </a:xfrm>
        </p:spPr>
        <p:txBody>
          <a:bodyPr/>
          <a:lstStyle/>
          <a:p>
            <a:pPr fontAlgn="auto">
              <a:spcAft>
                <a:spcPts val="0"/>
              </a:spcAft>
              <a:defRPr/>
            </a:pPr>
            <a:r>
              <a:rPr lang="en-US" dirty="0"/>
              <a:t>Importance of SQA</a:t>
            </a:r>
            <a:endParaRPr lang="en-PK" dirty="0"/>
          </a:p>
        </p:txBody>
      </p:sp>
      <p:sp>
        <p:nvSpPr>
          <p:cNvPr id="30723" name="Content Placeholder 2">
            <a:extLst>
              <a:ext uri="{FF2B5EF4-FFF2-40B4-BE49-F238E27FC236}">
                <a16:creationId xmlns:a16="http://schemas.microsoft.com/office/drawing/2014/main" id="{E4A1FFAC-DDDC-CD61-2827-23A4531CBE99}"/>
              </a:ext>
            </a:extLst>
          </p:cNvPr>
          <p:cNvSpPr>
            <a:spLocks noGrp="1" noChangeArrowheads="1"/>
          </p:cNvSpPr>
          <p:nvPr>
            <p:ph sz="quarter" idx="13"/>
          </p:nvPr>
        </p:nvSpPr>
        <p:spPr>
          <a:xfrm>
            <a:off x="2319338" y="2441574"/>
            <a:ext cx="7810500" cy="3890963"/>
          </a:xfrm>
        </p:spPr>
        <p:txBody>
          <a:bodyPr>
            <a:noAutofit/>
          </a:bodyPr>
          <a:lstStyle/>
          <a:p>
            <a:pPr marL="282575" indent="-282575"/>
            <a:r>
              <a:rPr lang="en-US" altLang="en-PK" sz="2400" dirty="0"/>
              <a:t>Reduces errors and defects in software.</a:t>
            </a:r>
          </a:p>
          <a:p>
            <a:pPr marL="282575" indent="-282575"/>
            <a:r>
              <a:rPr lang="en-US" altLang="en-PK" sz="2400" dirty="0"/>
              <a:t>Improves software reliability, maintainability, and security.</a:t>
            </a:r>
          </a:p>
          <a:p>
            <a:pPr marL="282575" indent="-282575"/>
            <a:r>
              <a:rPr lang="en-US" altLang="en-PK" sz="2400" dirty="0"/>
              <a:t>Ensures compliance with industry standards and regulations.</a:t>
            </a:r>
          </a:p>
          <a:p>
            <a:pPr marL="282575" indent="-282575"/>
            <a:r>
              <a:rPr lang="en-US" altLang="en-PK" sz="2400" dirty="0"/>
              <a:t>Enhances user satisfaction by delivering high-quality products.</a:t>
            </a:r>
          </a:p>
          <a:p>
            <a:pPr marL="282575" indent="-282575"/>
            <a:r>
              <a:rPr lang="en-US" altLang="en-PK" sz="2400" dirty="0"/>
              <a:t>Saves time and cost by detecting issues early in the development lifecycle.</a:t>
            </a:r>
          </a:p>
        </p:txBody>
      </p:sp>
      <p:sp>
        <p:nvSpPr>
          <p:cNvPr id="30724" name="Slide Number Placeholder 3">
            <a:extLst>
              <a:ext uri="{FF2B5EF4-FFF2-40B4-BE49-F238E27FC236}">
                <a16:creationId xmlns:a16="http://schemas.microsoft.com/office/drawing/2014/main" id="{52C87B9B-3492-E50F-54D4-BB6ABDDCD60D}"/>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ct val="0"/>
              </a:spcAft>
            </a:pPr>
            <a:fld id="{8857C336-64F8-46FB-9630-B7778CCDB53E}" type="slidenum">
              <a:rPr lang="en-US" altLang="en-PK">
                <a:solidFill>
                  <a:schemeClr val="bg1"/>
                </a:solidFill>
              </a:rPr>
              <a:pPr fontAlgn="base">
                <a:spcBef>
                  <a:spcPct val="0"/>
                </a:spcBef>
                <a:spcAft>
                  <a:spcPct val="0"/>
                </a:spcAft>
              </a:pPr>
              <a:t>11</a:t>
            </a:fld>
            <a:endParaRPr lang="en-US" altLang="en-PK">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67A83-345A-FE29-3583-8CE1AC591131}"/>
              </a:ext>
            </a:extLst>
          </p:cNvPr>
          <p:cNvSpPr>
            <a:spLocks noGrp="1"/>
          </p:cNvSpPr>
          <p:nvPr>
            <p:ph type="title"/>
          </p:nvPr>
        </p:nvSpPr>
        <p:spPr>
          <a:xfrm>
            <a:off x="593725" y="103188"/>
            <a:ext cx="10874375" cy="1679575"/>
          </a:xfrm>
        </p:spPr>
        <p:txBody>
          <a:bodyPr/>
          <a:lstStyle/>
          <a:p>
            <a:pPr fontAlgn="auto">
              <a:spcAft>
                <a:spcPts val="0"/>
              </a:spcAft>
              <a:defRPr/>
            </a:pPr>
            <a:r>
              <a:rPr lang="en-US" dirty="0"/>
              <a:t>Key Concepts in SQA</a:t>
            </a:r>
            <a:endParaRPr lang="en-PK" dirty="0"/>
          </a:p>
        </p:txBody>
      </p:sp>
      <p:sp>
        <p:nvSpPr>
          <p:cNvPr id="3" name="Content Placeholder 2">
            <a:extLst>
              <a:ext uri="{FF2B5EF4-FFF2-40B4-BE49-F238E27FC236}">
                <a16:creationId xmlns:a16="http://schemas.microsoft.com/office/drawing/2014/main" id="{97B41B67-A08F-CEE2-E5B2-24BD9D9F4733}"/>
              </a:ext>
            </a:extLst>
          </p:cNvPr>
          <p:cNvSpPr>
            <a:spLocks noGrp="1"/>
          </p:cNvSpPr>
          <p:nvPr>
            <p:ph sz="quarter" idx="13"/>
          </p:nvPr>
        </p:nvSpPr>
        <p:spPr>
          <a:xfrm>
            <a:off x="2190750" y="2473325"/>
            <a:ext cx="7810500" cy="3698875"/>
          </a:xfrm>
        </p:spPr>
        <p:txBody>
          <a:bodyPr rtlCol="0">
            <a:normAutofit/>
          </a:bodyPr>
          <a:lstStyle/>
          <a:p>
            <a:pPr marL="0" indent="0" fontAlgn="auto">
              <a:spcAft>
                <a:spcPts val="0"/>
              </a:spcAft>
              <a:buNone/>
              <a:defRPr/>
            </a:pPr>
            <a:r>
              <a:rPr lang="en-US" sz="2400" b="1" dirty="0"/>
              <a:t>Software Testing vs. Quality Assurance:</a:t>
            </a:r>
          </a:p>
          <a:p>
            <a:pPr lvl="1" fontAlgn="auto">
              <a:spcAft>
                <a:spcPts val="0"/>
              </a:spcAft>
              <a:defRPr/>
            </a:pPr>
            <a:r>
              <a:rPr lang="en-US" sz="2400" b="1" dirty="0"/>
              <a:t>Software Testing: </a:t>
            </a:r>
            <a:r>
              <a:rPr lang="en-US" sz="2400" dirty="0"/>
              <a:t>Focuses on identifying defects in software through different types of testing (unit, integration, system, acceptance).</a:t>
            </a:r>
          </a:p>
          <a:p>
            <a:pPr lvl="1" fontAlgn="auto">
              <a:spcAft>
                <a:spcPts val="0"/>
              </a:spcAft>
              <a:defRPr/>
            </a:pPr>
            <a:r>
              <a:rPr lang="en-US" sz="2400" b="1" dirty="0"/>
              <a:t>Quality Assurance: </a:t>
            </a:r>
            <a:r>
              <a:rPr lang="en-US" sz="2400" dirty="0"/>
              <a:t>A broader approach that ensures quality is maintained throughout the software development lifecycle (SDLC).</a:t>
            </a:r>
          </a:p>
          <a:p>
            <a:pPr marL="0" indent="0" fontAlgn="auto">
              <a:spcAft>
                <a:spcPts val="0"/>
              </a:spcAft>
              <a:buNone/>
              <a:defRPr/>
            </a:pPr>
            <a:endParaRPr lang="en-PK" sz="2400" dirty="0"/>
          </a:p>
        </p:txBody>
      </p:sp>
      <p:sp>
        <p:nvSpPr>
          <p:cNvPr id="31748" name="Slide Number Placeholder 3">
            <a:extLst>
              <a:ext uri="{FF2B5EF4-FFF2-40B4-BE49-F238E27FC236}">
                <a16:creationId xmlns:a16="http://schemas.microsoft.com/office/drawing/2014/main" id="{A38645AF-F6EC-B2F9-C12D-D00E3A93F630}"/>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ct val="0"/>
              </a:spcAft>
            </a:pPr>
            <a:fld id="{2B39481F-524A-4F8B-AFB9-8BED04A7C625}" type="slidenum">
              <a:rPr lang="en-US" altLang="en-PK">
                <a:solidFill>
                  <a:schemeClr val="bg1"/>
                </a:solidFill>
              </a:rPr>
              <a:pPr fontAlgn="base">
                <a:spcBef>
                  <a:spcPct val="0"/>
                </a:spcBef>
                <a:spcAft>
                  <a:spcPct val="0"/>
                </a:spcAft>
              </a:pPr>
              <a:t>12</a:t>
            </a:fld>
            <a:endParaRPr lang="en-US" altLang="en-PK">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ECB71-5CB1-C708-0CF3-23DCB9763D62}"/>
              </a:ext>
            </a:extLst>
          </p:cNvPr>
          <p:cNvSpPr>
            <a:spLocks noGrp="1"/>
          </p:cNvSpPr>
          <p:nvPr>
            <p:ph type="title"/>
          </p:nvPr>
        </p:nvSpPr>
        <p:spPr>
          <a:xfrm>
            <a:off x="593725" y="103188"/>
            <a:ext cx="10874375" cy="1679575"/>
          </a:xfrm>
        </p:spPr>
        <p:txBody>
          <a:bodyPr/>
          <a:lstStyle/>
          <a:p>
            <a:pPr fontAlgn="auto">
              <a:spcAft>
                <a:spcPts val="0"/>
              </a:spcAft>
              <a:defRPr/>
            </a:pPr>
            <a:r>
              <a:rPr lang="en-US" dirty="0"/>
              <a:t>Cont.…</a:t>
            </a:r>
            <a:endParaRPr lang="en-PK" dirty="0"/>
          </a:p>
        </p:txBody>
      </p:sp>
      <p:sp>
        <p:nvSpPr>
          <p:cNvPr id="32771" name="Content Placeholder 2">
            <a:extLst>
              <a:ext uri="{FF2B5EF4-FFF2-40B4-BE49-F238E27FC236}">
                <a16:creationId xmlns:a16="http://schemas.microsoft.com/office/drawing/2014/main" id="{985A41E1-9B12-1A01-4178-AB5CE5A41ECD}"/>
              </a:ext>
            </a:extLst>
          </p:cNvPr>
          <p:cNvSpPr>
            <a:spLocks noGrp="1" noChangeArrowheads="1"/>
          </p:cNvSpPr>
          <p:nvPr>
            <p:ph sz="quarter" idx="13"/>
          </p:nvPr>
        </p:nvSpPr>
        <p:spPr>
          <a:xfrm>
            <a:off x="2190750" y="2446432"/>
            <a:ext cx="7810500" cy="3736003"/>
          </a:xfrm>
        </p:spPr>
        <p:txBody>
          <a:bodyPr>
            <a:noAutofit/>
          </a:bodyPr>
          <a:lstStyle/>
          <a:p>
            <a:pPr marL="0" indent="0">
              <a:buNone/>
            </a:pPr>
            <a:r>
              <a:rPr lang="en-US" altLang="en-PK" sz="2400" b="1" dirty="0"/>
              <a:t>Quality Standards:</a:t>
            </a:r>
          </a:p>
          <a:p>
            <a:pPr lvl="1" indent="-282575"/>
            <a:r>
              <a:rPr lang="en-US" altLang="en-PK" sz="2400" b="1" dirty="0"/>
              <a:t>ISO 9001: </a:t>
            </a:r>
            <a:r>
              <a:rPr lang="en-US" altLang="en-PK" sz="2400" dirty="0"/>
              <a:t>International standard for quality management.</a:t>
            </a:r>
          </a:p>
          <a:p>
            <a:pPr lvl="1" indent="-282575"/>
            <a:r>
              <a:rPr lang="en-US" altLang="en-PK" sz="2400" b="1" dirty="0"/>
              <a:t>CMMI (Capability Maturity Model Integration): </a:t>
            </a:r>
            <a:r>
              <a:rPr lang="en-US" altLang="en-PK" sz="2400" dirty="0"/>
              <a:t>Framework for improving software development processes.</a:t>
            </a:r>
          </a:p>
          <a:p>
            <a:pPr lvl="1" indent="-282575"/>
            <a:r>
              <a:rPr lang="en-US" altLang="en-PK" sz="2400" b="1" dirty="0"/>
              <a:t>Six Sigma: </a:t>
            </a:r>
            <a:r>
              <a:rPr lang="en-US" altLang="en-PK" sz="2400" dirty="0"/>
              <a:t>Methodology for process improvement by reducing defects.</a:t>
            </a:r>
          </a:p>
        </p:txBody>
      </p:sp>
      <p:sp>
        <p:nvSpPr>
          <p:cNvPr id="32772" name="Slide Number Placeholder 3">
            <a:extLst>
              <a:ext uri="{FF2B5EF4-FFF2-40B4-BE49-F238E27FC236}">
                <a16:creationId xmlns:a16="http://schemas.microsoft.com/office/drawing/2014/main" id="{1AAC7F35-B60F-E63B-50E6-3DB233EBF58C}"/>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ct val="0"/>
              </a:spcAft>
            </a:pPr>
            <a:fld id="{42540062-5895-48BB-A297-12A06C21146C}" type="slidenum">
              <a:rPr lang="en-US" altLang="en-PK">
                <a:solidFill>
                  <a:schemeClr val="bg1"/>
                </a:solidFill>
              </a:rPr>
              <a:pPr fontAlgn="base">
                <a:spcBef>
                  <a:spcPct val="0"/>
                </a:spcBef>
                <a:spcAft>
                  <a:spcPct val="0"/>
                </a:spcAft>
              </a:pPr>
              <a:t>13</a:t>
            </a:fld>
            <a:endParaRPr lang="en-US" altLang="en-PK">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9C531-9052-57B4-D849-52F7638E0339}"/>
              </a:ext>
            </a:extLst>
          </p:cNvPr>
          <p:cNvSpPr>
            <a:spLocks noGrp="1"/>
          </p:cNvSpPr>
          <p:nvPr>
            <p:ph type="title"/>
          </p:nvPr>
        </p:nvSpPr>
        <p:spPr>
          <a:xfrm>
            <a:off x="593725" y="201613"/>
            <a:ext cx="10972800" cy="1571625"/>
          </a:xfrm>
        </p:spPr>
        <p:txBody>
          <a:bodyPr>
            <a:normAutofit/>
          </a:bodyPr>
          <a:lstStyle/>
          <a:p>
            <a:pPr fontAlgn="auto">
              <a:spcAft>
                <a:spcPts val="0"/>
              </a:spcAft>
              <a:defRPr/>
            </a:pPr>
            <a:r>
              <a:rPr lang="en-US" dirty="0"/>
              <a:t>Real-World Example:</a:t>
            </a:r>
            <a:endParaRPr lang="en-PK" dirty="0"/>
          </a:p>
        </p:txBody>
      </p:sp>
      <p:sp>
        <p:nvSpPr>
          <p:cNvPr id="33795" name="Slide Number Placeholder 3">
            <a:extLst>
              <a:ext uri="{FF2B5EF4-FFF2-40B4-BE49-F238E27FC236}">
                <a16:creationId xmlns:a16="http://schemas.microsoft.com/office/drawing/2014/main" id="{8E55EF70-8416-EDEC-5895-D234A72CECF9}"/>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ts val="600"/>
              </a:spcAft>
            </a:pPr>
            <a:fld id="{0911DBB5-AD8C-406F-9F65-762B21531C58}" type="slidenum">
              <a:rPr lang="en-US" altLang="en-PK">
                <a:solidFill>
                  <a:schemeClr val="bg1"/>
                </a:solidFill>
              </a:rPr>
              <a:pPr fontAlgn="base">
                <a:spcBef>
                  <a:spcPct val="0"/>
                </a:spcBef>
                <a:spcAft>
                  <a:spcPts val="600"/>
                </a:spcAft>
              </a:pPr>
              <a:t>14</a:t>
            </a:fld>
            <a:endParaRPr lang="en-US" altLang="en-PK">
              <a:solidFill>
                <a:schemeClr val="bg1"/>
              </a:solidFill>
            </a:endParaRPr>
          </a:p>
        </p:txBody>
      </p:sp>
      <p:graphicFrame>
        <p:nvGraphicFramePr>
          <p:cNvPr id="6" name="Content Placeholder 2">
            <a:extLst>
              <a:ext uri="{FF2B5EF4-FFF2-40B4-BE49-F238E27FC236}">
                <a16:creationId xmlns:a16="http://schemas.microsoft.com/office/drawing/2014/main" id="{19E237F3-EBB4-6B5A-AEC8-F6EE0AE3E11B}"/>
              </a:ext>
            </a:extLst>
          </p:cNvPr>
          <p:cNvGraphicFramePr>
            <a:graphicFrameLocks noGrp="1"/>
          </p:cNvGraphicFramePr>
          <p:nvPr>
            <p:ph type="tbl" sz="quarter" idx="10"/>
          </p:nvPr>
        </p:nvGraphicFramePr>
        <p:xfrm>
          <a:off x="594360" y="2628629"/>
          <a:ext cx="10972800" cy="36367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2158F-0ED5-224B-EDF8-55E08D0B0C71}"/>
              </a:ext>
            </a:extLst>
          </p:cNvPr>
          <p:cNvSpPr>
            <a:spLocks noGrp="1"/>
          </p:cNvSpPr>
          <p:nvPr>
            <p:ph type="title"/>
          </p:nvPr>
        </p:nvSpPr>
        <p:spPr>
          <a:xfrm>
            <a:off x="593725" y="103188"/>
            <a:ext cx="10874375" cy="1679575"/>
          </a:xfrm>
        </p:spPr>
        <p:txBody>
          <a:bodyPr/>
          <a:lstStyle/>
          <a:p>
            <a:pPr fontAlgn="auto">
              <a:spcAft>
                <a:spcPts val="0"/>
              </a:spcAft>
              <a:defRPr/>
            </a:pPr>
            <a:r>
              <a:rPr lang="en-US" dirty="0"/>
              <a:t>Software Quality Attributes</a:t>
            </a:r>
            <a:endParaRPr lang="en-PK" dirty="0"/>
          </a:p>
        </p:txBody>
      </p:sp>
      <p:sp>
        <p:nvSpPr>
          <p:cNvPr id="34819" name="Content Placeholder 2">
            <a:extLst>
              <a:ext uri="{FF2B5EF4-FFF2-40B4-BE49-F238E27FC236}">
                <a16:creationId xmlns:a16="http://schemas.microsoft.com/office/drawing/2014/main" id="{F215F585-B963-7757-5245-CEDF9DDF32F1}"/>
              </a:ext>
            </a:extLst>
          </p:cNvPr>
          <p:cNvSpPr>
            <a:spLocks noGrp="1" noChangeArrowheads="1"/>
          </p:cNvSpPr>
          <p:nvPr>
            <p:ph sz="quarter" idx="13"/>
          </p:nvPr>
        </p:nvSpPr>
        <p:spPr>
          <a:xfrm>
            <a:off x="2190750" y="2426742"/>
            <a:ext cx="7810500" cy="3646488"/>
          </a:xfrm>
        </p:spPr>
        <p:txBody>
          <a:bodyPr>
            <a:noAutofit/>
          </a:bodyPr>
          <a:lstStyle/>
          <a:p>
            <a:pPr marL="0" indent="0">
              <a:buFont typeface="Arial" panose="020B0604020202020204" pitchFamily="34" charset="0"/>
              <a:buNone/>
            </a:pPr>
            <a:r>
              <a:rPr lang="en-US" altLang="en-PK" sz="2400" dirty="0"/>
              <a:t>Software quality attributes are characteristics that define a software system’s performance, usability, and maintainability. These attributes determine the effectiveness and efficiency of the software.</a:t>
            </a:r>
          </a:p>
          <a:p>
            <a:pPr marL="0" indent="0">
              <a:buFont typeface="Arial" panose="020B0604020202020204" pitchFamily="34" charset="0"/>
              <a:buNone/>
            </a:pPr>
            <a:r>
              <a:rPr lang="en-US" altLang="en-PK" sz="2400" b="1" dirty="0"/>
              <a:t>Types of Quality Attributes</a:t>
            </a:r>
          </a:p>
          <a:p>
            <a:pPr lvl="1" indent="-282575"/>
            <a:r>
              <a:rPr lang="en-US" altLang="en-PK" sz="2400" dirty="0"/>
              <a:t>Functional Attributes</a:t>
            </a:r>
          </a:p>
          <a:p>
            <a:pPr lvl="1" indent="-282575"/>
            <a:r>
              <a:rPr lang="en-US" altLang="en-PK" sz="2400" dirty="0"/>
              <a:t>Non-Functional Attributes</a:t>
            </a:r>
            <a:endParaRPr lang="en-PK" altLang="en-PK" sz="2400" dirty="0"/>
          </a:p>
        </p:txBody>
      </p:sp>
      <p:sp>
        <p:nvSpPr>
          <p:cNvPr id="34820" name="Slide Number Placeholder 3">
            <a:extLst>
              <a:ext uri="{FF2B5EF4-FFF2-40B4-BE49-F238E27FC236}">
                <a16:creationId xmlns:a16="http://schemas.microsoft.com/office/drawing/2014/main" id="{5CD6B4DD-D011-8D24-6F7E-587A48BA5896}"/>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ct val="0"/>
              </a:spcAft>
            </a:pPr>
            <a:fld id="{78B3A0AF-58EB-4D15-8777-73C33DA03300}" type="slidenum">
              <a:rPr lang="en-US" altLang="en-PK">
                <a:solidFill>
                  <a:schemeClr val="bg1"/>
                </a:solidFill>
              </a:rPr>
              <a:pPr fontAlgn="base">
                <a:spcBef>
                  <a:spcPct val="0"/>
                </a:spcBef>
                <a:spcAft>
                  <a:spcPct val="0"/>
                </a:spcAft>
              </a:pPr>
              <a:t>15</a:t>
            </a:fld>
            <a:endParaRPr lang="en-US" altLang="en-PK">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F55E4-12BC-701C-1707-6248901B16A5}"/>
              </a:ext>
            </a:extLst>
          </p:cNvPr>
          <p:cNvSpPr>
            <a:spLocks noGrp="1"/>
          </p:cNvSpPr>
          <p:nvPr>
            <p:ph type="title"/>
          </p:nvPr>
        </p:nvSpPr>
        <p:spPr>
          <a:xfrm>
            <a:off x="593725" y="103188"/>
            <a:ext cx="10874375" cy="1679575"/>
          </a:xfrm>
        </p:spPr>
        <p:txBody>
          <a:bodyPr/>
          <a:lstStyle/>
          <a:p>
            <a:pPr fontAlgn="auto">
              <a:spcAft>
                <a:spcPts val="0"/>
              </a:spcAft>
              <a:defRPr/>
            </a:pPr>
            <a:r>
              <a:rPr lang="en-US" dirty="0"/>
              <a:t>Types of Quality Attributes</a:t>
            </a:r>
            <a:endParaRPr lang="en-PK" dirty="0"/>
          </a:p>
        </p:txBody>
      </p:sp>
      <p:sp>
        <p:nvSpPr>
          <p:cNvPr id="35843" name="Content Placeholder 2">
            <a:extLst>
              <a:ext uri="{FF2B5EF4-FFF2-40B4-BE49-F238E27FC236}">
                <a16:creationId xmlns:a16="http://schemas.microsoft.com/office/drawing/2014/main" id="{59359BF2-5D69-B338-ED7D-77827517ABD6}"/>
              </a:ext>
            </a:extLst>
          </p:cNvPr>
          <p:cNvSpPr>
            <a:spLocks noGrp="1" noChangeArrowheads="1"/>
          </p:cNvSpPr>
          <p:nvPr>
            <p:ph sz="quarter" idx="13"/>
          </p:nvPr>
        </p:nvSpPr>
        <p:spPr>
          <a:xfrm>
            <a:off x="2190750" y="2620963"/>
            <a:ext cx="7810500" cy="3402012"/>
          </a:xfrm>
        </p:spPr>
        <p:txBody>
          <a:bodyPr>
            <a:normAutofit lnSpcReduction="10000"/>
          </a:bodyPr>
          <a:lstStyle/>
          <a:p>
            <a:pPr marL="0" indent="0">
              <a:buNone/>
            </a:pPr>
            <a:r>
              <a:rPr lang="en-US" altLang="en-PK" sz="2400" b="1" dirty="0"/>
              <a:t>Functional Attributes</a:t>
            </a:r>
            <a:r>
              <a:rPr lang="en-US" altLang="en-PK" sz="2400" b="1" dirty="0" smtClean="0"/>
              <a:t>: </a:t>
            </a:r>
            <a:r>
              <a:rPr lang="en-US" sz="2400" dirty="0"/>
              <a:t>These describe </a:t>
            </a:r>
            <a:r>
              <a:rPr lang="en-US" sz="2400" b="1" dirty="0"/>
              <a:t>what the software </a:t>
            </a:r>
            <a:r>
              <a:rPr lang="en-US" sz="2400" b="1" dirty="0" smtClean="0"/>
              <a:t>does</a:t>
            </a:r>
            <a:r>
              <a:rPr lang="en-US" sz="2400" dirty="0" smtClean="0"/>
              <a:t>; its </a:t>
            </a:r>
            <a:r>
              <a:rPr lang="en-US" sz="2400" dirty="0"/>
              <a:t>specific functions and behaviors.</a:t>
            </a:r>
            <a:endParaRPr lang="en-US" altLang="en-PK" sz="2400" b="1" dirty="0"/>
          </a:p>
          <a:p>
            <a:pPr lvl="1" indent="-282575"/>
            <a:r>
              <a:rPr lang="en-US" altLang="en-PK" sz="2400" b="1" dirty="0"/>
              <a:t>Correctness: </a:t>
            </a:r>
            <a:r>
              <a:rPr lang="en-US" altLang="en-PK" sz="2400" dirty="0"/>
              <a:t>Ensuring the software provides correct outputs for given inputs</a:t>
            </a:r>
            <a:r>
              <a:rPr lang="en-US" altLang="en-PK" sz="2400" dirty="0" smtClean="0"/>
              <a:t>.</a:t>
            </a:r>
          </a:p>
          <a:p>
            <a:pPr lvl="1" indent="-282575"/>
            <a:r>
              <a:rPr lang="en-US" altLang="en-PK" sz="2400" b="1" dirty="0" smtClean="0"/>
              <a:t>Completeness</a:t>
            </a:r>
            <a:r>
              <a:rPr lang="en-US" altLang="en-PK" sz="2400" b="1" dirty="0"/>
              <a:t>: </a:t>
            </a:r>
            <a:r>
              <a:rPr lang="en-US" altLang="en-PK" sz="2400" dirty="0"/>
              <a:t>Ensuring all required functions and features are implemented</a:t>
            </a:r>
            <a:r>
              <a:rPr lang="en-US" altLang="en-PK" sz="2400" dirty="0" smtClean="0"/>
              <a:t>.</a:t>
            </a:r>
          </a:p>
          <a:p>
            <a:pPr lvl="1" indent="-282575"/>
            <a:r>
              <a:rPr lang="en-US" altLang="en-PK" sz="2400" b="1" dirty="0" smtClean="0"/>
              <a:t>Functional </a:t>
            </a:r>
            <a:r>
              <a:rPr lang="en-US" altLang="en-PK" sz="2400" b="1" dirty="0"/>
              <a:t>Suitability: </a:t>
            </a:r>
            <a:r>
              <a:rPr lang="en-US" altLang="en-PK" sz="2400" dirty="0"/>
              <a:t>Ensuring the software provides functions that meet specified requirements.</a:t>
            </a:r>
            <a:endParaRPr lang="en-PK" altLang="en-PK" sz="2400" dirty="0"/>
          </a:p>
        </p:txBody>
      </p:sp>
      <p:sp>
        <p:nvSpPr>
          <p:cNvPr id="35844" name="Slide Number Placeholder 3">
            <a:extLst>
              <a:ext uri="{FF2B5EF4-FFF2-40B4-BE49-F238E27FC236}">
                <a16:creationId xmlns:a16="http://schemas.microsoft.com/office/drawing/2014/main" id="{52478EFA-DCFB-5750-BE6E-CD19626359B4}"/>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ct val="0"/>
              </a:spcAft>
            </a:pPr>
            <a:fld id="{D182F0A6-2C2A-47C2-A03A-CCEAC8DD6B8E}" type="slidenum">
              <a:rPr lang="en-US" altLang="en-PK">
                <a:solidFill>
                  <a:schemeClr val="bg1"/>
                </a:solidFill>
              </a:rPr>
              <a:pPr fontAlgn="base">
                <a:spcBef>
                  <a:spcPct val="0"/>
                </a:spcBef>
                <a:spcAft>
                  <a:spcPct val="0"/>
                </a:spcAft>
              </a:pPr>
              <a:t>16</a:t>
            </a:fld>
            <a:endParaRPr lang="en-US" altLang="en-PK">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2">
            <a:extLst>
              <a:ext uri="{FF2B5EF4-FFF2-40B4-BE49-F238E27FC236}">
                <a16:creationId xmlns:a16="http://schemas.microsoft.com/office/drawing/2014/main" id="{35ABE25A-269D-3D52-1DB7-9566BDD484DB}"/>
              </a:ext>
            </a:extLst>
          </p:cNvPr>
          <p:cNvSpPr>
            <a:spLocks noGrp="1" noChangeArrowheads="1"/>
          </p:cNvSpPr>
          <p:nvPr>
            <p:ph sz="quarter" idx="13"/>
          </p:nvPr>
        </p:nvSpPr>
        <p:spPr>
          <a:xfrm>
            <a:off x="880688" y="2098676"/>
            <a:ext cx="10300447" cy="4759324"/>
          </a:xfrm>
        </p:spPr>
        <p:txBody>
          <a:bodyPr>
            <a:noAutofit/>
          </a:bodyPr>
          <a:lstStyle/>
          <a:p>
            <a:pPr marL="0" indent="0">
              <a:buNone/>
            </a:pPr>
            <a:r>
              <a:rPr lang="en-US" altLang="en-PK" sz="2400" b="1" dirty="0"/>
              <a:t>Non-Functional Attributes</a:t>
            </a:r>
            <a:r>
              <a:rPr lang="en-US" altLang="en-PK" sz="2400" b="1" dirty="0" smtClean="0"/>
              <a:t>: </a:t>
            </a:r>
            <a:r>
              <a:rPr lang="en-US" sz="2400" dirty="0"/>
              <a:t>These describe </a:t>
            </a:r>
            <a:r>
              <a:rPr lang="en-US" sz="2400" b="1" dirty="0"/>
              <a:t>how well the software performs its functions</a:t>
            </a:r>
            <a:r>
              <a:rPr lang="en-US" sz="2400" dirty="0"/>
              <a:t> and its overall quality.</a:t>
            </a:r>
            <a:endParaRPr lang="en-US" altLang="en-PK" sz="2400" b="1" dirty="0"/>
          </a:p>
          <a:p>
            <a:pPr lvl="1" indent="-282575"/>
            <a:r>
              <a:rPr lang="en-US" altLang="en-PK" sz="2400" b="1" dirty="0"/>
              <a:t>Performance: </a:t>
            </a:r>
            <a:r>
              <a:rPr lang="en-US" altLang="en-PK" sz="2400" dirty="0"/>
              <a:t>Speed and efficiency of the software</a:t>
            </a:r>
            <a:r>
              <a:rPr lang="en-US" altLang="en-PK" sz="2400" dirty="0" smtClean="0"/>
              <a:t>.</a:t>
            </a:r>
          </a:p>
          <a:p>
            <a:pPr lvl="1" indent="-282575"/>
            <a:r>
              <a:rPr lang="en-US" sz="2400" b="1" dirty="0"/>
              <a:t>Security:</a:t>
            </a:r>
            <a:r>
              <a:rPr lang="en-US" sz="2400" dirty="0"/>
              <a:t> Protecting data and software resources from unauthorized access, misuse, and threats.</a:t>
            </a:r>
            <a:endParaRPr lang="en-US" altLang="en-PK" sz="2400" dirty="0"/>
          </a:p>
          <a:p>
            <a:pPr lvl="1" indent="-282575"/>
            <a:r>
              <a:rPr lang="en-US" altLang="en-PK" sz="2400" b="1" dirty="0"/>
              <a:t>Maintainability: </a:t>
            </a:r>
            <a:r>
              <a:rPr lang="en-US" altLang="en-PK" sz="2400" dirty="0"/>
              <a:t>Ease of updating and modifying the software.</a:t>
            </a:r>
          </a:p>
          <a:p>
            <a:pPr lvl="1" indent="-282575"/>
            <a:r>
              <a:rPr lang="en-US" altLang="en-PK" sz="2400" b="1" dirty="0"/>
              <a:t>Usability: </a:t>
            </a:r>
            <a:r>
              <a:rPr lang="en-US" altLang="en-PK" sz="2400" dirty="0"/>
              <a:t>How user-friendly the software is.</a:t>
            </a:r>
          </a:p>
          <a:p>
            <a:pPr lvl="1" indent="-282575"/>
            <a:r>
              <a:rPr lang="en-US" altLang="en-PK" sz="2400" b="1" dirty="0"/>
              <a:t>Reliability: </a:t>
            </a:r>
            <a:r>
              <a:rPr lang="en-US" altLang="en-PK" sz="2400" dirty="0"/>
              <a:t>Ability to function under specified conditions for a period.</a:t>
            </a:r>
          </a:p>
          <a:p>
            <a:pPr lvl="1" indent="-282575"/>
            <a:r>
              <a:rPr lang="en-US" altLang="en-PK" sz="2400" b="1" dirty="0"/>
              <a:t>Scalability: </a:t>
            </a:r>
            <a:r>
              <a:rPr lang="en-US" altLang="en-PK" sz="2400" dirty="0"/>
              <a:t>Ability to handle increasing loads effectively.</a:t>
            </a:r>
            <a:endParaRPr lang="en-PK" altLang="en-PK" sz="2400" dirty="0"/>
          </a:p>
        </p:txBody>
      </p:sp>
      <p:sp>
        <p:nvSpPr>
          <p:cNvPr id="4" name="Title 1">
            <a:extLst>
              <a:ext uri="{FF2B5EF4-FFF2-40B4-BE49-F238E27FC236}">
                <a16:creationId xmlns:a16="http://schemas.microsoft.com/office/drawing/2014/main" id="{CF9A7A94-89D9-D7E4-863D-1572063308FC}"/>
              </a:ext>
            </a:extLst>
          </p:cNvPr>
          <p:cNvSpPr>
            <a:spLocks noGrp="1"/>
          </p:cNvSpPr>
          <p:nvPr>
            <p:ph type="title"/>
          </p:nvPr>
        </p:nvSpPr>
        <p:spPr>
          <a:xfrm>
            <a:off x="593725" y="103188"/>
            <a:ext cx="10874375" cy="1679575"/>
          </a:xfrm>
        </p:spPr>
        <p:txBody>
          <a:bodyPr/>
          <a:lstStyle/>
          <a:p>
            <a:pPr fontAlgn="auto">
              <a:spcAft>
                <a:spcPts val="0"/>
              </a:spcAft>
              <a:defRPr/>
            </a:pPr>
            <a:r>
              <a:rPr lang="en-US" dirty="0"/>
              <a:t>Types of Quality Attributes</a:t>
            </a:r>
            <a:endParaRPr lang="en-PK" dirty="0"/>
          </a:p>
        </p:txBody>
      </p:sp>
      <p:sp>
        <p:nvSpPr>
          <p:cNvPr id="36868" name="Slide Number Placeholder 1">
            <a:extLst>
              <a:ext uri="{FF2B5EF4-FFF2-40B4-BE49-F238E27FC236}">
                <a16:creationId xmlns:a16="http://schemas.microsoft.com/office/drawing/2014/main" id="{77BDBFA2-D9BB-2193-E8D9-9B8383D8F0F1}"/>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ct val="0"/>
              </a:spcAft>
            </a:pPr>
            <a:fld id="{71A38E23-372A-4B63-8C10-51457AA3E014}" type="slidenum">
              <a:rPr lang="en-US" altLang="en-PK">
                <a:solidFill>
                  <a:schemeClr val="bg1"/>
                </a:solidFill>
              </a:rPr>
              <a:pPr fontAlgn="base">
                <a:spcBef>
                  <a:spcPct val="0"/>
                </a:spcBef>
                <a:spcAft>
                  <a:spcPct val="0"/>
                </a:spcAft>
              </a:pPr>
              <a:t>17</a:t>
            </a:fld>
            <a:endParaRPr lang="en-US" altLang="en-PK">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EF27-2980-0129-AB59-EF7AD4EF3D63}"/>
              </a:ext>
            </a:extLst>
          </p:cNvPr>
          <p:cNvSpPr>
            <a:spLocks noGrp="1"/>
          </p:cNvSpPr>
          <p:nvPr>
            <p:ph type="title"/>
          </p:nvPr>
        </p:nvSpPr>
        <p:spPr>
          <a:xfrm>
            <a:off x="593725" y="103188"/>
            <a:ext cx="10874375" cy="1679575"/>
          </a:xfrm>
        </p:spPr>
        <p:txBody>
          <a:bodyPr/>
          <a:lstStyle/>
          <a:p>
            <a:pPr fontAlgn="auto">
              <a:spcAft>
                <a:spcPts val="0"/>
              </a:spcAft>
              <a:defRPr/>
            </a:pPr>
            <a:r>
              <a:rPr lang="en-US" dirty="0"/>
              <a:t>Example:</a:t>
            </a:r>
            <a:endParaRPr lang="en-PK" dirty="0"/>
          </a:p>
        </p:txBody>
      </p:sp>
      <p:sp>
        <p:nvSpPr>
          <p:cNvPr id="3" name="Content Placeholder 2">
            <a:extLst>
              <a:ext uri="{FF2B5EF4-FFF2-40B4-BE49-F238E27FC236}">
                <a16:creationId xmlns:a16="http://schemas.microsoft.com/office/drawing/2014/main" id="{ED28E28F-6467-A646-FC1C-8CCFA99F6412}"/>
              </a:ext>
            </a:extLst>
          </p:cNvPr>
          <p:cNvSpPr>
            <a:spLocks noGrp="1"/>
          </p:cNvSpPr>
          <p:nvPr>
            <p:ph sz="quarter" idx="13"/>
          </p:nvPr>
        </p:nvSpPr>
        <p:spPr>
          <a:xfrm>
            <a:off x="2306638" y="2690813"/>
            <a:ext cx="7810500" cy="3700462"/>
          </a:xfrm>
        </p:spPr>
        <p:txBody>
          <a:bodyPr rtlCol="0">
            <a:normAutofit/>
          </a:bodyPr>
          <a:lstStyle/>
          <a:p>
            <a:pPr marL="0" indent="0" fontAlgn="auto">
              <a:spcAft>
                <a:spcPts val="0"/>
              </a:spcAft>
              <a:buFont typeface="Arial" panose="020B0604020202020204" pitchFamily="34" charset="0"/>
              <a:buNone/>
              <a:defRPr/>
            </a:pPr>
            <a:r>
              <a:rPr lang="en-US" sz="2400" b="1" dirty="0"/>
              <a:t>Google Search Engine: </a:t>
            </a:r>
          </a:p>
          <a:p>
            <a:pPr lvl="1" fontAlgn="auto">
              <a:spcAft>
                <a:spcPts val="0"/>
              </a:spcAft>
              <a:defRPr/>
            </a:pPr>
            <a:r>
              <a:rPr lang="en-US" sz="2400" dirty="0"/>
              <a:t>Known for its high reliability, scalability, and performance. It handles billions of queries daily while maintaining speed and accuracy.</a:t>
            </a:r>
          </a:p>
          <a:p>
            <a:pPr fontAlgn="auto">
              <a:spcAft>
                <a:spcPts val="0"/>
              </a:spcAft>
              <a:defRPr/>
            </a:pPr>
            <a:endParaRPr lang="en-PK" sz="2400" dirty="0"/>
          </a:p>
        </p:txBody>
      </p:sp>
      <p:sp>
        <p:nvSpPr>
          <p:cNvPr id="37892" name="Slide Number Placeholder 3">
            <a:extLst>
              <a:ext uri="{FF2B5EF4-FFF2-40B4-BE49-F238E27FC236}">
                <a16:creationId xmlns:a16="http://schemas.microsoft.com/office/drawing/2014/main" id="{840DBABD-4543-E790-0083-334CBACA79D5}"/>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ct val="0"/>
              </a:spcAft>
            </a:pPr>
            <a:fld id="{DA95A813-2835-45A9-A1B8-CE9712DB4BF4}" type="slidenum">
              <a:rPr lang="en-US" altLang="en-PK">
                <a:solidFill>
                  <a:schemeClr val="bg1"/>
                </a:solidFill>
              </a:rPr>
              <a:pPr fontAlgn="base">
                <a:spcBef>
                  <a:spcPct val="0"/>
                </a:spcBef>
                <a:spcAft>
                  <a:spcPct val="0"/>
                </a:spcAft>
              </a:pPr>
              <a:t>18</a:t>
            </a:fld>
            <a:endParaRPr lang="en-US" altLang="en-PK">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6D18C-9E65-E219-585D-C3971E677186}"/>
              </a:ext>
            </a:extLst>
          </p:cNvPr>
          <p:cNvSpPr>
            <a:spLocks noGrp="1"/>
          </p:cNvSpPr>
          <p:nvPr>
            <p:ph type="title"/>
          </p:nvPr>
        </p:nvSpPr>
        <p:spPr>
          <a:xfrm>
            <a:off x="593725" y="103188"/>
            <a:ext cx="10874375" cy="1679575"/>
          </a:xfrm>
        </p:spPr>
        <p:txBody>
          <a:bodyPr/>
          <a:lstStyle/>
          <a:p>
            <a:pPr fontAlgn="auto">
              <a:spcAft>
                <a:spcPts val="0"/>
              </a:spcAft>
              <a:defRPr/>
            </a:pPr>
            <a:r>
              <a:rPr lang="en-US" dirty="0"/>
              <a:t>Real-World Example:</a:t>
            </a:r>
            <a:endParaRPr lang="en-PK" dirty="0"/>
          </a:p>
        </p:txBody>
      </p:sp>
      <p:sp>
        <p:nvSpPr>
          <p:cNvPr id="40963" name="Content Placeholder 2">
            <a:extLst>
              <a:ext uri="{FF2B5EF4-FFF2-40B4-BE49-F238E27FC236}">
                <a16:creationId xmlns:a16="http://schemas.microsoft.com/office/drawing/2014/main" id="{DCC9D921-1432-9C21-8F23-EE39479FF868}"/>
              </a:ext>
            </a:extLst>
          </p:cNvPr>
          <p:cNvSpPr>
            <a:spLocks noGrp="1" noChangeArrowheads="1"/>
          </p:cNvSpPr>
          <p:nvPr>
            <p:ph sz="quarter" idx="13"/>
          </p:nvPr>
        </p:nvSpPr>
        <p:spPr>
          <a:xfrm>
            <a:off x="1944688" y="2773363"/>
            <a:ext cx="7810500" cy="1881187"/>
          </a:xfrm>
        </p:spPr>
        <p:txBody>
          <a:bodyPr>
            <a:normAutofit/>
          </a:bodyPr>
          <a:lstStyle/>
          <a:p>
            <a:pPr marL="0" indent="0">
              <a:buFont typeface="Arial" panose="020B0604020202020204" pitchFamily="34" charset="0"/>
              <a:buNone/>
            </a:pPr>
            <a:r>
              <a:rPr lang="en-US" altLang="en-PK" sz="2400" b="1" dirty="0"/>
              <a:t>Boeing 737 MAX Software Failure: </a:t>
            </a:r>
          </a:p>
          <a:p>
            <a:pPr marL="0" indent="0">
              <a:buFont typeface="Arial" panose="020B0604020202020204" pitchFamily="34" charset="0"/>
              <a:buNone/>
            </a:pPr>
            <a:r>
              <a:rPr lang="en-US" altLang="en-PK" sz="2400" dirty="0"/>
              <a:t>A software issue in the flight control system led to crashes, demonstrating how lack of proper testing and quality control can have catastrophic consequences.</a:t>
            </a:r>
          </a:p>
          <a:p>
            <a:pPr marL="0" indent="0">
              <a:buFont typeface="Arial" panose="020B0604020202020204" pitchFamily="34" charset="0"/>
              <a:buNone/>
            </a:pPr>
            <a:endParaRPr lang="en-PK" altLang="en-PK" sz="2400" dirty="0"/>
          </a:p>
        </p:txBody>
      </p:sp>
      <p:sp>
        <p:nvSpPr>
          <p:cNvPr id="40964" name="Slide Number Placeholder 3">
            <a:extLst>
              <a:ext uri="{FF2B5EF4-FFF2-40B4-BE49-F238E27FC236}">
                <a16:creationId xmlns:a16="http://schemas.microsoft.com/office/drawing/2014/main" id="{826C8F9B-70A9-2092-0F18-5F1554E937C5}"/>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fontAlgn="base">
              <a:spcBef>
                <a:spcPct val="0"/>
              </a:spcBef>
              <a:spcAft>
                <a:spcPct val="0"/>
              </a:spcAft>
              <a:defRPr>
                <a:solidFill>
                  <a:schemeClr val="tx1"/>
                </a:solidFill>
                <a:latin typeface="Franklin Gothic Book" panose="020B0503020102020204" pitchFamily="34" charset="0"/>
              </a:defRPr>
            </a:lvl6pPr>
            <a:lvl7pPr marL="2971800" indent="-228600" fontAlgn="base">
              <a:spcBef>
                <a:spcPct val="0"/>
              </a:spcBef>
              <a:spcAft>
                <a:spcPct val="0"/>
              </a:spcAft>
              <a:defRPr>
                <a:solidFill>
                  <a:schemeClr val="tx1"/>
                </a:solidFill>
                <a:latin typeface="Franklin Gothic Book" panose="020B0503020102020204" pitchFamily="34" charset="0"/>
              </a:defRPr>
            </a:lvl7pPr>
            <a:lvl8pPr marL="3429000" indent="-228600" fontAlgn="base">
              <a:spcBef>
                <a:spcPct val="0"/>
              </a:spcBef>
              <a:spcAft>
                <a:spcPct val="0"/>
              </a:spcAft>
              <a:defRPr>
                <a:solidFill>
                  <a:schemeClr val="tx1"/>
                </a:solidFill>
                <a:latin typeface="Franklin Gothic Book" panose="020B0503020102020204" pitchFamily="34" charset="0"/>
              </a:defRPr>
            </a:lvl8pPr>
            <a:lvl9pPr marL="3886200" indent="-228600" fontAlgn="base">
              <a:spcBef>
                <a:spcPct val="0"/>
              </a:spcBef>
              <a:spcAft>
                <a:spcPct val="0"/>
              </a:spcAft>
              <a:defRPr>
                <a:solidFill>
                  <a:schemeClr val="tx1"/>
                </a:solidFill>
                <a:latin typeface="Franklin Gothic Book" panose="020B0503020102020204" pitchFamily="34" charset="0"/>
              </a:defRPr>
            </a:lvl9pPr>
          </a:lstStyle>
          <a:p>
            <a:pPr fontAlgn="base">
              <a:spcBef>
                <a:spcPct val="0"/>
              </a:spcBef>
              <a:spcAft>
                <a:spcPct val="0"/>
              </a:spcAft>
            </a:pPr>
            <a:fld id="{67439FDE-6D29-4FA6-B61F-1F89F744FB96}" type="slidenum">
              <a:rPr lang="en-US" altLang="en-PK">
                <a:solidFill>
                  <a:schemeClr val="bg1"/>
                </a:solidFill>
              </a:rPr>
              <a:pPr fontAlgn="base">
                <a:spcBef>
                  <a:spcPct val="0"/>
                </a:spcBef>
                <a:spcAft>
                  <a:spcPct val="0"/>
                </a:spcAft>
              </a:pPr>
              <a:t>19</a:t>
            </a:fld>
            <a:endParaRPr lang="en-US" altLang="en-PK">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E0E18-9BD9-34DA-FA7F-C3BEAC3B7143}"/>
              </a:ext>
            </a:extLst>
          </p:cNvPr>
          <p:cNvSpPr>
            <a:spLocks noGrp="1"/>
          </p:cNvSpPr>
          <p:nvPr>
            <p:ph type="title"/>
          </p:nvPr>
        </p:nvSpPr>
        <p:spPr>
          <a:xfrm>
            <a:off x="593725" y="1025426"/>
            <a:ext cx="9778365" cy="902570"/>
          </a:xfrm>
        </p:spPr>
        <p:txBody>
          <a:bodyPr/>
          <a:lstStyle/>
          <a:p>
            <a:r>
              <a:rPr lang="en-US" dirty="0"/>
              <a:t>Software Failures Case Studies</a:t>
            </a:r>
            <a:endParaRPr lang="en-PK" dirty="0"/>
          </a:p>
        </p:txBody>
      </p:sp>
      <p:sp>
        <p:nvSpPr>
          <p:cNvPr id="3" name="Content Placeholder 2">
            <a:extLst>
              <a:ext uri="{FF2B5EF4-FFF2-40B4-BE49-F238E27FC236}">
                <a16:creationId xmlns:a16="http://schemas.microsoft.com/office/drawing/2014/main" id="{0DDDD58A-6235-31CC-D67E-BA3B0FDF4C35}"/>
              </a:ext>
            </a:extLst>
          </p:cNvPr>
          <p:cNvSpPr>
            <a:spLocks noGrp="1"/>
          </p:cNvSpPr>
          <p:nvPr>
            <p:ph sz="quarter" idx="15"/>
          </p:nvPr>
        </p:nvSpPr>
        <p:spPr>
          <a:xfrm>
            <a:off x="656057" y="4372476"/>
            <a:ext cx="10879885" cy="2121174"/>
          </a:xfrm>
        </p:spPr>
        <p:txBody>
          <a:bodyPr>
            <a:noAutofit/>
          </a:bodyPr>
          <a:lstStyle/>
          <a:p>
            <a:pPr algn="ctr"/>
            <a:r>
              <a:rPr lang="en-US" sz="2200" b="1" dirty="0"/>
              <a:t>Discussion Questions:</a:t>
            </a:r>
            <a:endParaRPr lang="en-US" sz="2200" dirty="0"/>
          </a:p>
          <a:p>
            <a:pPr>
              <a:buFont typeface="+mj-lt"/>
              <a:buAutoNum type="arabicPeriod"/>
            </a:pPr>
            <a:r>
              <a:rPr lang="en-US" sz="2200" dirty="0"/>
              <a:t> Cause</a:t>
            </a:r>
          </a:p>
          <a:p>
            <a:pPr>
              <a:buFont typeface="+mj-lt"/>
              <a:buAutoNum type="arabicPeriod"/>
            </a:pPr>
            <a:r>
              <a:rPr lang="en-US" sz="2200" dirty="0"/>
              <a:t>How could better software engineering practices have prevented this?</a:t>
            </a:r>
          </a:p>
          <a:p>
            <a:pPr>
              <a:buFont typeface="+mj-lt"/>
              <a:buAutoNum type="arabicPeriod"/>
            </a:pPr>
            <a:r>
              <a:rPr lang="en-US" sz="2200" dirty="0"/>
              <a:t>What testing methods (formal verification, automated testing) could have been used?</a:t>
            </a:r>
          </a:p>
        </p:txBody>
      </p:sp>
      <p:sp>
        <p:nvSpPr>
          <p:cNvPr id="5" name="Slide Number Placeholder 4">
            <a:extLst>
              <a:ext uri="{FF2B5EF4-FFF2-40B4-BE49-F238E27FC236}">
                <a16:creationId xmlns:a16="http://schemas.microsoft.com/office/drawing/2014/main" id="{7CA80D94-F79E-AAB4-B836-1D6DAAA6ACDF}"/>
              </a:ext>
            </a:extLst>
          </p:cNvPr>
          <p:cNvSpPr>
            <a:spLocks noGrp="1"/>
          </p:cNvSpPr>
          <p:nvPr>
            <p:ph type="sldNum" sz="quarter" idx="17"/>
          </p:nvPr>
        </p:nvSpPr>
        <p:spPr/>
        <p:txBody>
          <a:bodyPr/>
          <a:lstStyle/>
          <a:p>
            <a:pPr>
              <a:defRPr/>
            </a:pPr>
            <a:fld id="{3A229E67-F894-41F5-8BBA-B08049F66090}" type="slidenum">
              <a:rPr lang="en-US" smtClean="0"/>
              <a:pPr>
                <a:defRPr/>
              </a:pPr>
              <a:t>20</a:t>
            </a:fld>
            <a:endParaRPr lang="en-US" dirty="0"/>
          </a:p>
        </p:txBody>
      </p:sp>
      <p:sp>
        <p:nvSpPr>
          <p:cNvPr id="7" name="TextBox 6">
            <a:extLst>
              <a:ext uri="{FF2B5EF4-FFF2-40B4-BE49-F238E27FC236}">
                <a16:creationId xmlns:a16="http://schemas.microsoft.com/office/drawing/2014/main" id="{5E7328F7-93F3-9609-44AC-5E0EE45D33B7}"/>
              </a:ext>
            </a:extLst>
          </p:cNvPr>
          <p:cNvSpPr txBox="1"/>
          <p:nvPr/>
        </p:nvSpPr>
        <p:spPr>
          <a:xfrm>
            <a:off x="656057" y="2398986"/>
            <a:ext cx="10478975" cy="1938992"/>
          </a:xfrm>
          <a:prstGeom prst="rect">
            <a:avLst/>
          </a:prstGeom>
          <a:noFill/>
        </p:spPr>
        <p:txBody>
          <a:bodyPr wrap="square">
            <a:spAutoFit/>
          </a:bodyPr>
          <a:lstStyle/>
          <a:p>
            <a:pPr marL="342900" indent="-342900">
              <a:buFont typeface="+mj-lt"/>
              <a:buAutoNum type="arabicPeriod"/>
            </a:pPr>
            <a:r>
              <a:rPr lang="fr-FR" sz="2000" b="1" dirty="0" err="1">
                <a:solidFill>
                  <a:schemeClr val="bg1"/>
                </a:solidFill>
              </a:rPr>
              <a:t>NASA’s</a:t>
            </a:r>
            <a:r>
              <a:rPr lang="fr-FR" sz="2000" b="1" dirty="0">
                <a:solidFill>
                  <a:schemeClr val="bg1"/>
                </a:solidFill>
              </a:rPr>
              <a:t> Mars </a:t>
            </a:r>
            <a:r>
              <a:rPr lang="fr-FR" sz="2000" b="1" dirty="0" err="1">
                <a:solidFill>
                  <a:schemeClr val="bg1"/>
                </a:solidFill>
              </a:rPr>
              <a:t>Climate</a:t>
            </a:r>
            <a:r>
              <a:rPr lang="fr-FR" sz="2000" b="1" dirty="0">
                <a:solidFill>
                  <a:schemeClr val="bg1"/>
                </a:solidFill>
              </a:rPr>
              <a:t> Orbiter (1999)</a:t>
            </a:r>
          </a:p>
          <a:p>
            <a:pPr marL="342900" indent="-342900">
              <a:buFont typeface="+mj-lt"/>
              <a:buAutoNum type="arabicPeriod"/>
            </a:pPr>
            <a:r>
              <a:rPr lang="en-US" sz="2000" b="1" dirty="0">
                <a:solidFill>
                  <a:schemeClr val="bg1"/>
                </a:solidFill>
              </a:rPr>
              <a:t>Toyota Prius Software Bug (2010)</a:t>
            </a:r>
            <a:endParaRPr lang="fr-FR" sz="2000" b="1" dirty="0">
              <a:solidFill>
                <a:schemeClr val="bg1"/>
              </a:solidFill>
            </a:endParaRPr>
          </a:p>
          <a:p>
            <a:pPr marL="342900" indent="-342900">
              <a:buFont typeface="+mj-lt"/>
              <a:buAutoNum type="arabicPeriod"/>
            </a:pPr>
            <a:r>
              <a:rPr lang="en-US" sz="2000" b="1" dirty="0">
                <a:solidFill>
                  <a:schemeClr val="bg1"/>
                </a:solidFill>
              </a:rPr>
              <a:t>Knight Capital Group Trading System Crash (2012)</a:t>
            </a:r>
          </a:p>
          <a:p>
            <a:pPr marL="342900" indent="-342900">
              <a:buFont typeface="+mj-lt"/>
              <a:buAutoNum type="arabicPeriod"/>
            </a:pPr>
            <a:r>
              <a:rPr lang="en-US" sz="2000" b="1" dirty="0">
                <a:solidFill>
                  <a:schemeClr val="bg1"/>
                </a:solidFill>
              </a:rPr>
              <a:t>Amazon Web Services (AWS) Outage (2017) </a:t>
            </a:r>
          </a:p>
          <a:p>
            <a:pPr marL="342900" indent="-342900">
              <a:buFont typeface="+mj-lt"/>
              <a:buAutoNum type="arabicPeriod"/>
            </a:pPr>
            <a:r>
              <a:rPr lang="en-US" sz="2000" b="1" dirty="0">
                <a:solidFill>
                  <a:schemeClr val="bg1"/>
                </a:solidFill>
              </a:rPr>
              <a:t>The Heartbleed Bug (2014)</a:t>
            </a:r>
          </a:p>
          <a:p>
            <a:pPr marL="342900" indent="-342900">
              <a:buFont typeface="+mj-lt"/>
              <a:buAutoNum type="arabicPeriod"/>
            </a:pPr>
            <a:r>
              <a:rPr lang="en-US" sz="2000" b="1" dirty="0">
                <a:solidFill>
                  <a:schemeClr val="bg1"/>
                </a:solidFill>
              </a:rPr>
              <a:t>T-Mobile Data Breach (2021)</a:t>
            </a:r>
          </a:p>
        </p:txBody>
      </p:sp>
    </p:spTree>
    <p:extLst>
      <p:ext uri="{BB962C8B-B14F-4D97-AF65-F5344CB8AC3E}">
        <p14:creationId xmlns:p14="http://schemas.microsoft.com/office/powerpoint/2010/main" val="3293461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137DD-310B-EBAB-F3A2-18DC65E26D85}"/>
              </a:ext>
            </a:extLst>
          </p:cNvPr>
          <p:cNvSpPr>
            <a:spLocks noGrp="1"/>
          </p:cNvSpPr>
          <p:nvPr>
            <p:ph type="ctrTitle"/>
          </p:nvPr>
        </p:nvSpPr>
        <p:spPr>
          <a:xfrm>
            <a:off x="593725" y="411163"/>
            <a:ext cx="5486400" cy="3292475"/>
          </a:xfrm>
        </p:spPr>
        <p:txBody>
          <a:bodyPr/>
          <a:lstStyle/>
          <a:p>
            <a:pPr fontAlgn="auto">
              <a:spcAft>
                <a:spcPts val="0"/>
              </a:spcAft>
              <a:defRPr/>
            </a:pPr>
            <a:r>
              <a:rPr lang="en-US" dirty="0"/>
              <a:t>Thank you</a:t>
            </a:r>
          </a:p>
        </p:txBody>
      </p:sp>
      <p:sp>
        <p:nvSpPr>
          <p:cNvPr id="3" name="Text Placeholder 2">
            <a:extLst>
              <a:ext uri="{FF2B5EF4-FFF2-40B4-BE49-F238E27FC236}">
                <a16:creationId xmlns:a16="http://schemas.microsoft.com/office/drawing/2014/main" id="{934CB0B1-5F2B-DD1A-BD1A-B3CFC446B8D2}"/>
              </a:ext>
            </a:extLst>
          </p:cNvPr>
          <p:cNvSpPr>
            <a:spLocks noGrp="1"/>
          </p:cNvSpPr>
          <p:nvPr>
            <p:ph type="body" sz="quarter" idx="11"/>
          </p:nvPr>
        </p:nvSpPr>
        <p:spPr>
          <a:xfrm>
            <a:off x="593725" y="4549775"/>
            <a:ext cx="5486400" cy="1359706"/>
          </a:xfrm>
        </p:spPr>
        <p:txBody>
          <a:bodyPr rtlCol="0"/>
          <a:lstStyle/>
          <a:p>
            <a:pPr fontAlgn="auto">
              <a:spcAft>
                <a:spcPts val="0"/>
              </a:spcAft>
              <a:defRPr/>
            </a:pPr>
            <a:r>
              <a:rPr lang="en-US" dirty="0"/>
              <a:t>Bibi Amna</a:t>
            </a:r>
          </a:p>
          <a:p>
            <a:pPr fontAlgn="auto">
              <a:spcAft>
                <a:spcPts val="0"/>
              </a:spcAft>
              <a:defRPr/>
            </a:pPr>
            <a:r>
              <a:rPr lang="en-US" dirty="0">
                <a:hlinkClick r:id="rId3"/>
              </a:rPr>
              <a:t>BibiAmna.buic@bahria.edu.pk</a:t>
            </a:r>
            <a:endParaRPr lang="en-US" dirty="0"/>
          </a:p>
        </p:txBody>
      </p:sp>
    </p:spTree>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4B194E-8B30-4377-8C59-ECFB902D2A26}">
  <ds:schemaRefs>
    <ds:schemaRef ds:uri="http://purl.org/dc/dcmitype/"/>
    <ds:schemaRef ds:uri="71af3243-3dd4-4a8d-8c0d-dd76da1f02a5"/>
    <ds:schemaRef ds:uri="http://schemas.microsoft.com/office/infopath/2007/PartnerControls"/>
    <ds:schemaRef ds:uri="16c05727-aa75-4e4a-9b5f-8a80a1165891"/>
    <ds:schemaRef ds:uri="http://schemas.microsoft.com/sharepoint/v3"/>
    <ds:schemaRef ds:uri="http://schemas.microsoft.com/office/2006/documentManagement/types"/>
    <ds:schemaRef ds:uri="http://purl.org/dc/elements/1.1/"/>
    <ds:schemaRef ds:uri="http://www.w3.org/XML/1998/namespace"/>
    <ds:schemaRef ds:uri="http://purl.org/dc/terms/"/>
    <ds:schemaRef ds:uri="http://schemas.openxmlformats.org/package/2006/metadata/core-properties"/>
    <ds:schemaRef ds:uri="230e9df3-be65-4c73-a93b-d1236ebd677e"/>
    <ds:schemaRef ds:uri="http://schemas.microsoft.com/office/2006/metadata/properties"/>
  </ds:schemaRefs>
</ds:datastoreItem>
</file>

<file path=customXml/itemProps3.xml><?xml version="1.0" encoding="utf-8"?>
<ds:datastoreItem xmlns:ds="http://schemas.openxmlformats.org/officeDocument/2006/customXml" ds:itemID="{C21FFAC0-05A2-416A-B06C-C248395482C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Geometric annual presentation</Template>
  <TotalTime>670</TotalTime>
  <Words>853</Words>
  <Application>Microsoft Office PowerPoint</Application>
  <PresentationFormat>Widescreen</PresentationFormat>
  <Paragraphs>132</Paragraphs>
  <Slides>21</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Aptos</vt:lpstr>
      <vt:lpstr>Arial</vt:lpstr>
      <vt:lpstr>Calibri</vt:lpstr>
      <vt:lpstr>Franklin Gothic Book</vt:lpstr>
      <vt:lpstr>Franklin Gothic Demi</vt:lpstr>
      <vt:lpstr>Times New Roman</vt:lpstr>
      <vt:lpstr>Wingdings 3</vt:lpstr>
      <vt:lpstr>Custom</vt:lpstr>
      <vt:lpstr>Software Quality Assurance</vt:lpstr>
      <vt:lpstr>Assessment Methods and Weightage</vt:lpstr>
      <vt:lpstr>Learning Material</vt:lpstr>
      <vt:lpstr>Software Quality Assurance</vt:lpstr>
      <vt:lpstr>Agenda</vt:lpstr>
      <vt:lpstr>PowerPoint Presentation</vt:lpstr>
      <vt:lpstr>Introduction to SQA</vt:lpstr>
      <vt:lpstr>Software Quality</vt:lpstr>
      <vt:lpstr>Quality Assurance</vt:lpstr>
      <vt:lpstr>Quality Control</vt:lpstr>
      <vt:lpstr>Importance of SQA</vt:lpstr>
      <vt:lpstr>Key Concepts in SQA</vt:lpstr>
      <vt:lpstr>Cont.…</vt:lpstr>
      <vt:lpstr>Real-World Example:</vt:lpstr>
      <vt:lpstr>Software Quality Attributes</vt:lpstr>
      <vt:lpstr>Types of Quality Attributes</vt:lpstr>
      <vt:lpstr>Types of Quality Attributes</vt:lpstr>
      <vt:lpstr>Example:</vt:lpstr>
      <vt:lpstr>Real-World Example:</vt:lpstr>
      <vt:lpstr>Software Failures Case Studies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Quality Assurance</dc:title>
  <dc:creator>01-249222-004</dc:creator>
  <cp:lastModifiedBy>Bibi Amna</cp:lastModifiedBy>
  <cp:revision>37</cp:revision>
  <dcterms:created xsi:type="dcterms:W3CDTF">2025-02-03T16:38:16Z</dcterms:created>
  <dcterms:modified xsi:type="dcterms:W3CDTF">2026-09-07T04:17:24Z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